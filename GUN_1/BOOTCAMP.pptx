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4" r:id="rId9"/>
    <p:sldId id="261" r:id="rId10"/>
    <p:sldId id="265" r:id="rId11"/>
    <p:sldId id="267" r:id="rId12"/>
    <p:sldId id="269" r:id="rId13"/>
    <p:sldId id="266" r:id="rId14"/>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2FCDE4-BAAF-47EE-A5C6-DD196AEFE513}" v="183" dt="2026-01-26T12:34:51.1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78" d="100"/>
          <a:sy n="78" d="100"/>
        </p:scale>
        <p:origin x="18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RVE GÜNDOĞDU" userId="508a701c-2695-47b1-836c-2ebb7eb571de" providerId="ADAL" clId="{0791CBED-D250-47FD-9E7B-F4A3432A2EAE}"/>
    <pc:docChg chg="undo redo custSel addSld delSld modSld sldOrd modMainMaster">
      <pc:chgData name="MERVE GÜNDOĞDU" userId="508a701c-2695-47b1-836c-2ebb7eb571de" providerId="ADAL" clId="{0791CBED-D250-47FD-9E7B-F4A3432A2EAE}" dt="2026-01-26T12:34:51.122" v="1141" actId="20577"/>
      <pc:docMkLst>
        <pc:docMk/>
      </pc:docMkLst>
      <pc:sldChg chg="addSp modSp mod modTransition setBg">
        <pc:chgData name="MERVE GÜNDOĞDU" userId="508a701c-2695-47b1-836c-2ebb7eb571de" providerId="ADAL" clId="{0791CBED-D250-47FD-9E7B-F4A3432A2EAE}" dt="2026-01-26T12:34:36.840" v="1140" actId="20577"/>
        <pc:sldMkLst>
          <pc:docMk/>
          <pc:sldMk cId="4155103417" sldId="256"/>
        </pc:sldMkLst>
        <pc:spChg chg="mod">
          <ac:chgData name="MERVE GÜNDOĞDU" userId="508a701c-2695-47b1-836c-2ebb7eb571de" providerId="ADAL" clId="{0791CBED-D250-47FD-9E7B-F4A3432A2EAE}" dt="2026-01-25T19:50:36.792" v="863" actId="1076"/>
          <ac:spMkLst>
            <pc:docMk/>
            <pc:sldMk cId="4155103417" sldId="256"/>
            <ac:spMk id="2" creationId="{612BE5FB-8D55-1588-A686-814E651D6B23}"/>
          </ac:spMkLst>
        </pc:spChg>
        <pc:spChg chg="mod">
          <ac:chgData name="MERVE GÜNDOĞDU" userId="508a701c-2695-47b1-836c-2ebb7eb571de" providerId="ADAL" clId="{0791CBED-D250-47FD-9E7B-F4A3432A2EAE}" dt="2026-01-25T19:52:41.624" v="924" actId="27636"/>
          <ac:spMkLst>
            <pc:docMk/>
            <pc:sldMk cId="4155103417" sldId="256"/>
            <ac:spMk id="3" creationId="{E675705D-3351-DA96-D885-94B7D1ED2BE5}"/>
          </ac:spMkLst>
        </pc:spChg>
        <pc:spChg chg="add mod">
          <ac:chgData name="MERVE GÜNDOĞDU" userId="508a701c-2695-47b1-836c-2ebb7eb571de" providerId="ADAL" clId="{0791CBED-D250-47FD-9E7B-F4A3432A2EAE}" dt="2026-01-26T12:34:36.840" v="1140" actId="20577"/>
          <ac:spMkLst>
            <pc:docMk/>
            <pc:sldMk cId="4155103417" sldId="256"/>
            <ac:spMk id="4" creationId="{9DFBE3E3-BB51-616D-0CF6-5C408F812270}"/>
          </ac:spMkLst>
        </pc:spChg>
        <pc:spChg chg="add">
          <ac:chgData name="MERVE GÜNDOĞDU" userId="508a701c-2695-47b1-836c-2ebb7eb571de" providerId="ADAL" clId="{0791CBED-D250-47FD-9E7B-F4A3432A2EAE}" dt="2026-01-25T15:44:16.615" v="246" actId="26606"/>
          <ac:spMkLst>
            <pc:docMk/>
            <pc:sldMk cId="4155103417" sldId="256"/>
            <ac:spMk id="8" creationId="{5A292AEA-2528-46C0-B426-95822B6141FB}"/>
          </ac:spMkLst>
        </pc:spChg>
        <pc:spChg chg="add">
          <ac:chgData name="MERVE GÜNDOĞDU" userId="508a701c-2695-47b1-836c-2ebb7eb571de" providerId="ADAL" clId="{0791CBED-D250-47FD-9E7B-F4A3432A2EAE}" dt="2026-01-25T15:44:16.615" v="246" actId="26606"/>
          <ac:spMkLst>
            <pc:docMk/>
            <pc:sldMk cId="4155103417" sldId="256"/>
            <ac:spMk id="10" creationId="{D8B7B198-E4DF-43CD-AD8C-199884323745}"/>
          </ac:spMkLst>
        </pc:spChg>
        <pc:spChg chg="add">
          <ac:chgData name="MERVE GÜNDOĞDU" userId="508a701c-2695-47b1-836c-2ebb7eb571de" providerId="ADAL" clId="{0791CBED-D250-47FD-9E7B-F4A3432A2EAE}" dt="2026-01-25T15:44:16.615" v="246" actId="26606"/>
          <ac:spMkLst>
            <pc:docMk/>
            <pc:sldMk cId="4155103417" sldId="256"/>
            <ac:spMk id="12" creationId="{2BE67753-EA0E-4819-8D22-0B6600CF7231}"/>
          </ac:spMkLst>
        </pc:spChg>
        <pc:grpChg chg="add">
          <ac:chgData name="MERVE GÜNDOĞDU" userId="508a701c-2695-47b1-836c-2ebb7eb571de" providerId="ADAL" clId="{0791CBED-D250-47FD-9E7B-F4A3432A2EAE}" dt="2026-01-25T15:44:16.615" v="246" actId="26606"/>
          <ac:grpSpMkLst>
            <pc:docMk/>
            <pc:sldMk cId="4155103417" sldId="256"/>
            <ac:grpSpMk id="14" creationId="{D76D63AC-0421-45EC-B383-E79A61A78C6B}"/>
          </ac:grpSpMkLst>
        </pc:grpChg>
        <pc:grpChg chg="add">
          <ac:chgData name="MERVE GÜNDOĞDU" userId="508a701c-2695-47b1-836c-2ebb7eb571de" providerId="ADAL" clId="{0791CBED-D250-47FD-9E7B-F4A3432A2EAE}" dt="2026-01-25T15:44:16.615" v="246" actId="26606"/>
          <ac:grpSpMkLst>
            <pc:docMk/>
            <pc:sldMk cId="4155103417" sldId="256"/>
            <ac:grpSpMk id="23" creationId="{87F87F1B-42BA-4AC7-A4E2-41544DDB2CE3}"/>
          </ac:grpSpMkLst>
        </pc:grpChg>
        <pc:grpChg chg="add">
          <ac:chgData name="MERVE GÜNDOĞDU" userId="508a701c-2695-47b1-836c-2ebb7eb571de" providerId="ADAL" clId="{0791CBED-D250-47FD-9E7B-F4A3432A2EAE}" dt="2026-01-25T15:44:16.615" v="246" actId="26606"/>
          <ac:grpSpMkLst>
            <pc:docMk/>
            <pc:sldMk cId="4155103417" sldId="256"/>
            <ac:grpSpMk id="29" creationId="{967346A5-7569-4F15-AB5D-BE3DADF192C0}"/>
          </ac:grpSpMkLst>
        </pc:grpChg>
        <pc:picChg chg="add mod modCrop">
          <ac:chgData name="MERVE GÜNDOĞDU" userId="508a701c-2695-47b1-836c-2ebb7eb571de" providerId="ADAL" clId="{0791CBED-D250-47FD-9E7B-F4A3432A2EAE}" dt="2026-01-25T19:48:24.034" v="855"/>
          <ac:picMkLst>
            <pc:docMk/>
            <pc:sldMk cId="4155103417" sldId="256"/>
            <ac:picMk id="6" creationId="{4E3572B6-18BD-F4DB-5C28-D133DC12497D}"/>
          </ac:picMkLst>
        </pc:picChg>
        <pc:picChg chg="add mod modCrop">
          <ac:chgData name="MERVE GÜNDOĞDU" userId="508a701c-2695-47b1-836c-2ebb7eb571de" providerId="ADAL" clId="{0791CBED-D250-47FD-9E7B-F4A3432A2EAE}" dt="2026-01-25T19:50:45.856" v="865" actId="1076"/>
          <ac:picMkLst>
            <pc:docMk/>
            <pc:sldMk cId="4155103417" sldId="256"/>
            <ac:picMk id="9" creationId="{16A8B475-6187-C3CA-09B4-8D4089B06646}"/>
          </ac:picMkLst>
        </pc:picChg>
      </pc:sldChg>
      <pc:sldChg chg="addSp delSp modSp mod modTransition setBg">
        <pc:chgData name="MERVE GÜNDOĞDU" userId="508a701c-2695-47b1-836c-2ebb7eb571de" providerId="ADAL" clId="{0791CBED-D250-47FD-9E7B-F4A3432A2EAE}" dt="2026-01-26T12:31:24.950" v="1136"/>
        <pc:sldMkLst>
          <pc:docMk/>
          <pc:sldMk cId="523083693" sldId="257"/>
        </pc:sldMkLst>
        <pc:spChg chg="mod">
          <ac:chgData name="MERVE GÜNDOĞDU" userId="508a701c-2695-47b1-836c-2ebb7eb571de" providerId="ADAL" clId="{0791CBED-D250-47FD-9E7B-F4A3432A2EAE}" dt="2026-01-25T15:44:43.659" v="257" actId="26606"/>
          <ac:spMkLst>
            <pc:docMk/>
            <pc:sldMk cId="523083693" sldId="257"/>
            <ac:spMk id="2" creationId="{2A18EA46-07CA-8F43-5DE8-255DA8B015D1}"/>
          </ac:spMkLst>
        </pc:spChg>
        <pc:spChg chg="mod">
          <ac:chgData name="MERVE GÜNDOĞDU" userId="508a701c-2695-47b1-836c-2ebb7eb571de" providerId="ADAL" clId="{0791CBED-D250-47FD-9E7B-F4A3432A2EAE}" dt="2026-01-25T15:44:43.659" v="257" actId="26606"/>
          <ac:spMkLst>
            <pc:docMk/>
            <pc:sldMk cId="523083693" sldId="257"/>
            <ac:spMk id="3" creationId="{DB3D582C-9D99-56FB-E07D-0840CCFD7E86}"/>
          </ac:spMkLst>
        </pc:spChg>
        <pc:spChg chg="add del mod">
          <ac:chgData name="MERVE GÜNDOĞDU" userId="508a701c-2695-47b1-836c-2ebb7eb571de" providerId="ADAL" clId="{0791CBED-D250-47FD-9E7B-F4A3432A2EAE}" dt="2026-01-25T19:53:03.222" v="927"/>
          <ac:spMkLst>
            <pc:docMk/>
            <pc:sldMk cId="523083693" sldId="257"/>
            <ac:spMk id="4" creationId="{189D6BD8-1EFD-C037-A417-0FCDEB6B3869}"/>
          </ac:spMkLst>
        </pc:spChg>
        <pc:spChg chg="add del">
          <ac:chgData name="MERVE GÜNDOĞDU" userId="508a701c-2695-47b1-836c-2ebb7eb571de" providerId="ADAL" clId="{0791CBED-D250-47FD-9E7B-F4A3432A2EAE}" dt="2026-01-25T15:44:43.659" v="257" actId="26606"/>
          <ac:spMkLst>
            <pc:docMk/>
            <pc:sldMk cId="523083693" sldId="257"/>
            <ac:spMk id="8" creationId="{100EDD19-6802-4EC3-95CE-CFFAB042CFD6}"/>
          </ac:spMkLst>
        </pc:spChg>
        <pc:spChg chg="add del">
          <ac:chgData name="MERVE GÜNDOĞDU" userId="508a701c-2695-47b1-836c-2ebb7eb571de" providerId="ADAL" clId="{0791CBED-D250-47FD-9E7B-F4A3432A2EAE}" dt="2026-01-25T15:44:43.659" v="257" actId="26606"/>
          <ac:spMkLst>
            <pc:docMk/>
            <pc:sldMk cId="523083693" sldId="257"/>
            <ac:spMk id="10" creationId="{DB17E863-922E-4C26-BD64-E8FD41D28661}"/>
          </ac:spMkLst>
        </pc:spChg>
        <pc:spChg chg="add del">
          <ac:chgData name="MERVE GÜNDOĞDU" userId="508a701c-2695-47b1-836c-2ebb7eb571de" providerId="ADAL" clId="{0791CBED-D250-47FD-9E7B-F4A3432A2EAE}" dt="2026-01-25T15:44:36.472" v="249" actId="26606"/>
          <ac:spMkLst>
            <pc:docMk/>
            <pc:sldMk cId="523083693" sldId="257"/>
            <ac:spMk id="15" creationId="{18873D23-2DCF-4B31-A009-95721C06E8E1}"/>
          </ac:spMkLst>
        </pc:spChg>
        <pc:spChg chg="add del">
          <ac:chgData name="MERVE GÜNDOĞDU" userId="508a701c-2695-47b1-836c-2ebb7eb571de" providerId="ADAL" clId="{0791CBED-D250-47FD-9E7B-F4A3432A2EAE}" dt="2026-01-25T15:44:36.472" v="249" actId="26606"/>
          <ac:spMkLst>
            <pc:docMk/>
            <pc:sldMk cId="523083693" sldId="257"/>
            <ac:spMk id="17" creationId="{C13EF075-D4EF-4929-ADBC-91B27DA19955}"/>
          </ac:spMkLst>
        </pc:spChg>
        <pc:spChg chg="add del">
          <ac:chgData name="MERVE GÜNDOĞDU" userId="508a701c-2695-47b1-836c-2ebb7eb571de" providerId="ADAL" clId="{0791CBED-D250-47FD-9E7B-F4A3432A2EAE}" dt="2026-01-25T15:44:40.577" v="251" actId="26606"/>
          <ac:spMkLst>
            <pc:docMk/>
            <pc:sldMk cId="523083693" sldId="257"/>
            <ac:spMk id="25" creationId="{87BF42CA-AD55-48B4-8949-C4DCA60A6AEE}"/>
          </ac:spMkLst>
        </pc:spChg>
        <pc:spChg chg="add del">
          <ac:chgData name="MERVE GÜNDOĞDU" userId="508a701c-2695-47b1-836c-2ebb7eb571de" providerId="ADAL" clId="{0791CBED-D250-47FD-9E7B-F4A3432A2EAE}" dt="2026-01-25T15:44:40.577" v="251" actId="26606"/>
          <ac:spMkLst>
            <pc:docMk/>
            <pc:sldMk cId="523083693" sldId="257"/>
            <ac:spMk id="26" creationId="{66AE1D3D-3106-4CB2-AA7C-0C1642AC0F2E}"/>
          </ac:spMkLst>
        </pc:spChg>
        <pc:spChg chg="add del">
          <ac:chgData name="MERVE GÜNDOĞDU" userId="508a701c-2695-47b1-836c-2ebb7eb571de" providerId="ADAL" clId="{0791CBED-D250-47FD-9E7B-F4A3432A2EAE}" dt="2026-01-25T15:44:41.385" v="254" actId="26606"/>
          <ac:spMkLst>
            <pc:docMk/>
            <pc:sldMk cId="523083693" sldId="257"/>
            <ac:spMk id="33" creationId="{4BC99CB9-DDAD-44A2-8A1C-E3AF4E72DF5C}"/>
          </ac:spMkLst>
        </pc:spChg>
        <pc:spChg chg="add del">
          <ac:chgData name="MERVE GÜNDOĞDU" userId="508a701c-2695-47b1-836c-2ebb7eb571de" providerId="ADAL" clId="{0791CBED-D250-47FD-9E7B-F4A3432A2EAE}" dt="2026-01-25T15:44:41.385" v="254" actId="26606"/>
          <ac:spMkLst>
            <pc:docMk/>
            <pc:sldMk cId="523083693" sldId="257"/>
            <ac:spMk id="34" creationId="{1561AEE4-4E38-4BAC-976D-E0DE523FC5D1}"/>
          </ac:spMkLst>
        </pc:spChg>
        <pc:spChg chg="add del">
          <ac:chgData name="MERVE GÜNDOĞDU" userId="508a701c-2695-47b1-836c-2ebb7eb571de" providerId="ADAL" clId="{0791CBED-D250-47FD-9E7B-F4A3432A2EAE}" dt="2026-01-25T15:44:43.643" v="256" actId="26606"/>
          <ac:spMkLst>
            <pc:docMk/>
            <pc:sldMk cId="523083693" sldId="257"/>
            <ac:spMk id="40" creationId="{18873D23-2DCF-4B31-A009-95721C06E8E1}"/>
          </ac:spMkLst>
        </pc:spChg>
        <pc:spChg chg="add del">
          <ac:chgData name="MERVE GÜNDOĞDU" userId="508a701c-2695-47b1-836c-2ebb7eb571de" providerId="ADAL" clId="{0791CBED-D250-47FD-9E7B-F4A3432A2EAE}" dt="2026-01-25T15:44:43.643" v="256" actId="26606"/>
          <ac:spMkLst>
            <pc:docMk/>
            <pc:sldMk cId="523083693" sldId="257"/>
            <ac:spMk id="41" creationId="{C13EF075-D4EF-4929-ADBC-91B27DA19955}"/>
          </ac:spMkLst>
        </pc:spChg>
        <pc:spChg chg="add">
          <ac:chgData name="MERVE GÜNDOĞDU" userId="508a701c-2695-47b1-836c-2ebb7eb571de" providerId="ADAL" clId="{0791CBED-D250-47FD-9E7B-F4A3432A2EAE}" dt="2026-01-25T15:44:43.659" v="257" actId="26606"/>
          <ac:spMkLst>
            <pc:docMk/>
            <pc:sldMk cId="523083693" sldId="257"/>
            <ac:spMk id="48" creationId="{87BF42CA-AD55-48B4-8949-C4DCA60A6AEE}"/>
          </ac:spMkLst>
        </pc:spChg>
        <pc:spChg chg="add">
          <ac:chgData name="MERVE GÜNDOĞDU" userId="508a701c-2695-47b1-836c-2ebb7eb571de" providerId="ADAL" clId="{0791CBED-D250-47FD-9E7B-F4A3432A2EAE}" dt="2026-01-25T15:44:43.659" v="257" actId="26606"/>
          <ac:spMkLst>
            <pc:docMk/>
            <pc:sldMk cId="523083693" sldId="257"/>
            <ac:spMk id="49" creationId="{66AE1D3D-3106-4CB2-AA7C-0C1642AC0F2E}"/>
          </ac:spMkLst>
        </pc:spChg>
        <pc:grpChg chg="add del">
          <ac:chgData name="MERVE GÜNDOĞDU" userId="508a701c-2695-47b1-836c-2ebb7eb571de" providerId="ADAL" clId="{0791CBED-D250-47FD-9E7B-F4A3432A2EAE}" dt="2026-01-25T15:44:36.472" v="249" actId="26606"/>
          <ac:grpSpMkLst>
            <pc:docMk/>
            <pc:sldMk cId="523083693" sldId="257"/>
            <ac:grpSpMk id="19" creationId="{DAA26DFA-AAB2-4973-9C17-16D587C7B198}"/>
          </ac:grpSpMkLst>
        </pc:grpChg>
        <pc:grpChg chg="add del">
          <ac:chgData name="MERVE GÜNDOĞDU" userId="508a701c-2695-47b1-836c-2ebb7eb571de" providerId="ADAL" clId="{0791CBED-D250-47FD-9E7B-F4A3432A2EAE}" dt="2026-01-25T15:44:40.577" v="251" actId="26606"/>
          <ac:grpSpMkLst>
            <pc:docMk/>
            <pc:sldMk cId="523083693" sldId="257"/>
            <ac:grpSpMk id="27" creationId="{0A31B6AF-B711-4CDB-8C2B-16E963DDC4C5}"/>
          </ac:grpSpMkLst>
        </pc:grpChg>
        <pc:grpChg chg="add del">
          <ac:chgData name="MERVE GÜNDOĞDU" userId="508a701c-2695-47b1-836c-2ebb7eb571de" providerId="ADAL" clId="{0791CBED-D250-47FD-9E7B-F4A3432A2EAE}" dt="2026-01-25T15:44:41.385" v="254" actId="26606"/>
          <ac:grpSpMkLst>
            <pc:docMk/>
            <pc:sldMk cId="523083693" sldId="257"/>
            <ac:grpSpMk id="35" creationId="{F0BC676B-D19A-44DB-910A-0C0E6D433979}"/>
          </ac:grpSpMkLst>
        </pc:grpChg>
        <pc:grpChg chg="add del">
          <ac:chgData name="MERVE GÜNDOĞDU" userId="508a701c-2695-47b1-836c-2ebb7eb571de" providerId="ADAL" clId="{0791CBED-D250-47FD-9E7B-F4A3432A2EAE}" dt="2026-01-25T15:44:43.643" v="256" actId="26606"/>
          <ac:grpSpMkLst>
            <pc:docMk/>
            <pc:sldMk cId="523083693" sldId="257"/>
            <ac:grpSpMk id="42" creationId="{DAA26DFA-AAB2-4973-9C17-16D587C7B198}"/>
          </ac:grpSpMkLst>
        </pc:grpChg>
        <pc:grpChg chg="add">
          <ac:chgData name="MERVE GÜNDOĞDU" userId="508a701c-2695-47b1-836c-2ebb7eb571de" providerId="ADAL" clId="{0791CBED-D250-47FD-9E7B-F4A3432A2EAE}" dt="2026-01-25T15:44:43.659" v="257" actId="26606"/>
          <ac:grpSpMkLst>
            <pc:docMk/>
            <pc:sldMk cId="523083693" sldId="257"/>
            <ac:grpSpMk id="50" creationId="{0A31B6AF-B711-4CDB-8C2B-16E963DDC4C5}"/>
          </ac:grpSpMkLst>
        </pc:grpChg>
      </pc:sldChg>
      <pc:sldChg chg="addSp delSp modSp mod modTransition setBg">
        <pc:chgData name="MERVE GÜNDOĞDU" userId="508a701c-2695-47b1-836c-2ebb7eb571de" providerId="ADAL" clId="{0791CBED-D250-47FD-9E7B-F4A3432A2EAE}" dt="2026-01-26T12:31:24.950" v="1136"/>
        <pc:sldMkLst>
          <pc:docMk/>
          <pc:sldMk cId="436606805" sldId="258"/>
        </pc:sldMkLst>
        <pc:spChg chg="mod">
          <ac:chgData name="MERVE GÜNDOĞDU" userId="508a701c-2695-47b1-836c-2ebb7eb571de" providerId="ADAL" clId="{0791CBED-D250-47FD-9E7B-F4A3432A2EAE}" dt="2026-01-25T15:44:49.631" v="258" actId="26606"/>
          <ac:spMkLst>
            <pc:docMk/>
            <pc:sldMk cId="436606805" sldId="258"/>
            <ac:spMk id="2" creationId="{7341C401-D99A-F246-41BD-9D92AF946B5F}"/>
          </ac:spMkLst>
        </pc:spChg>
        <pc:spChg chg="mod">
          <ac:chgData name="MERVE GÜNDOĞDU" userId="508a701c-2695-47b1-836c-2ebb7eb571de" providerId="ADAL" clId="{0791CBED-D250-47FD-9E7B-F4A3432A2EAE}" dt="2026-01-25T15:44:49.631" v="258" actId="26606"/>
          <ac:spMkLst>
            <pc:docMk/>
            <pc:sldMk cId="436606805" sldId="258"/>
            <ac:spMk id="3" creationId="{15E672AC-70C5-69A4-FF01-1FA06DD645F5}"/>
          </ac:spMkLst>
        </pc:spChg>
        <pc:spChg chg="add del">
          <ac:chgData name="MERVE GÜNDOĞDU" userId="508a701c-2695-47b1-836c-2ebb7eb571de" providerId="ADAL" clId="{0791CBED-D250-47FD-9E7B-F4A3432A2EAE}" dt="2026-01-25T15:44:49.631" v="258" actId="26606"/>
          <ac:spMkLst>
            <pc:docMk/>
            <pc:sldMk cId="436606805" sldId="258"/>
            <ac:spMk id="8" creationId="{100EDD19-6802-4EC3-95CE-CFFAB042CFD6}"/>
          </ac:spMkLst>
        </pc:spChg>
        <pc:spChg chg="add del">
          <ac:chgData name="MERVE GÜNDOĞDU" userId="508a701c-2695-47b1-836c-2ebb7eb571de" providerId="ADAL" clId="{0791CBED-D250-47FD-9E7B-F4A3432A2EAE}" dt="2026-01-25T15:44:49.631" v="258" actId="26606"/>
          <ac:spMkLst>
            <pc:docMk/>
            <pc:sldMk cId="436606805" sldId="258"/>
            <ac:spMk id="10" creationId="{DB17E863-922E-4C26-BD64-E8FD41D28661}"/>
          </ac:spMkLst>
        </pc:spChg>
        <pc:spChg chg="add">
          <ac:chgData name="MERVE GÜNDOĞDU" userId="508a701c-2695-47b1-836c-2ebb7eb571de" providerId="ADAL" clId="{0791CBED-D250-47FD-9E7B-F4A3432A2EAE}" dt="2026-01-25T15:44:49.631" v="258" actId="26606"/>
          <ac:spMkLst>
            <pc:docMk/>
            <pc:sldMk cId="436606805" sldId="258"/>
            <ac:spMk id="15" creationId="{87BF42CA-AD55-48B4-8949-C4DCA60A6AEE}"/>
          </ac:spMkLst>
        </pc:spChg>
        <pc:spChg chg="add">
          <ac:chgData name="MERVE GÜNDOĞDU" userId="508a701c-2695-47b1-836c-2ebb7eb571de" providerId="ADAL" clId="{0791CBED-D250-47FD-9E7B-F4A3432A2EAE}" dt="2026-01-25T15:44:49.631" v="258" actId="26606"/>
          <ac:spMkLst>
            <pc:docMk/>
            <pc:sldMk cId="436606805" sldId="258"/>
            <ac:spMk id="17" creationId="{66AE1D3D-3106-4CB2-AA7C-0C1642AC0F2E}"/>
          </ac:spMkLst>
        </pc:spChg>
        <pc:grpChg chg="add">
          <ac:chgData name="MERVE GÜNDOĞDU" userId="508a701c-2695-47b1-836c-2ebb7eb571de" providerId="ADAL" clId="{0791CBED-D250-47FD-9E7B-F4A3432A2EAE}" dt="2026-01-25T15:44:49.631" v="258" actId="26606"/>
          <ac:grpSpMkLst>
            <pc:docMk/>
            <pc:sldMk cId="436606805" sldId="258"/>
            <ac:grpSpMk id="19" creationId="{0A31B6AF-B711-4CDB-8C2B-16E963DDC4C5}"/>
          </ac:grpSpMkLst>
        </pc:grpChg>
      </pc:sldChg>
      <pc:sldChg chg="addSp delSp modSp mod modTransition setBg">
        <pc:chgData name="MERVE GÜNDOĞDU" userId="508a701c-2695-47b1-836c-2ebb7eb571de" providerId="ADAL" clId="{0791CBED-D250-47FD-9E7B-F4A3432A2EAE}" dt="2026-01-26T12:34:25.383" v="1138" actId="20577"/>
        <pc:sldMkLst>
          <pc:docMk/>
          <pc:sldMk cId="1722462961" sldId="259"/>
        </pc:sldMkLst>
        <pc:spChg chg="mod">
          <ac:chgData name="MERVE GÜNDOĞDU" userId="508a701c-2695-47b1-836c-2ebb7eb571de" providerId="ADAL" clId="{0791CBED-D250-47FD-9E7B-F4A3432A2EAE}" dt="2026-01-25T15:45:09.665" v="263" actId="26606"/>
          <ac:spMkLst>
            <pc:docMk/>
            <pc:sldMk cId="1722462961" sldId="259"/>
            <ac:spMk id="2" creationId="{A3D94D9B-6048-C6DB-1E84-FE2F5DD2F9D7}"/>
          </ac:spMkLst>
        </pc:spChg>
        <pc:spChg chg="mod">
          <ac:chgData name="MERVE GÜNDOĞDU" userId="508a701c-2695-47b1-836c-2ebb7eb571de" providerId="ADAL" clId="{0791CBED-D250-47FD-9E7B-F4A3432A2EAE}" dt="2026-01-25T15:45:09.665" v="263" actId="26606"/>
          <ac:spMkLst>
            <pc:docMk/>
            <pc:sldMk cId="1722462961" sldId="259"/>
            <ac:spMk id="3" creationId="{6F3C5BB5-4534-6234-9A93-EC804F80A8AE}"/>
          </ac:spMkLst>
        </pc:spChg>
        <pc:spChg chg="add mod">
          <ac:chgData name="MERVE GÜNDOĞDU" userId="508a701c-2695-47b1-836c-2ebb7eb571de" providerId="ADAL" clId="{0791CBED-D250-47FD-9E7B-F4A3432A2EAE}" dt="2026-01-26T12:34:22.495" v="1137" actId="20577"/>
          <ac:spMkLst>
            <pc:docMk/>
            <pc:sldMk cId="1722462961" sldId="259"/>
            <ac:spMk id="4" creationId="{174AE409-A450-D528-9EF4-063C2668E5EC}"/>
          </ac:spMkLst>
        </pc:spChg>
        <pc:spChg chg="add mod">
          <ac:chgData name="MERVE GÜNDOĞDU" userId="508a701c-2695-47b1-836c-2ebb7eb571de" providerId="ADAL" clId="{0791CBED-D250-47FD-9E7B-F4A3432A2EAE}" dt="2026-01-26T12:34:25.383" v="1138" actId="20577"/>
          <ac:spMkLst>
            <pc:docMk/>
            <pc:sldMk cId="1722462961" sldId="259"/>
            <ac:spMk id="5" creationId="{9D2E776C-3AD8-E18F-2171-49A4A18E81B6}"/>
          </ac:spMkLst>
        </pc:spChg>
        <pc:spChg chg="add del">
          <ac:chgData name="MERVE GÜNDOĞDU" userId="508a701c-2695-47b1-836c-2ebb7eb571de" providerId="ADAL" clId="{0791CBED-D250-47FD-9E7B-F4A3432A2EAE}" dt="2026-01-25T15:45:09.665" v="263" actId="26606"/>
          <ac:spMkLst>
            <pc:docMk/>
            <pc:sldMk cId="1722462961" sldId="259"/>
            <ac:spMk id="8" creationId="{100EDD19-6802-4EC3-95CE-CFFAB042CFD6}"/>
          </ac:spMkLst>
        </pc:spChg>
        <pc:spChg chg="add del">
          <ac:chgData name="MERVE GÜNDOĞDU" userId="508a701c-2695-47b1-836c-2ebb7eb571de" providerId="ADAL" clId="{0791CBED-D250-47FD-9E7B-F4A3432A2EAE}" dt="2026-01-25T15:45:09.665" v="263" actId="26606"/>
          <ac:spMkLst>
            <pc:docMk/>
            <pc:sldMk cId="1722462961" sldId="259"/>
            <ac:spMk id="10" creationId="{DB17E863-922E-4C26-BD64-E8FD41D28661}"/>
          </ac:spMkLst>
        </pc:spChg>
        <pc:spChg chg="add del">
          <ac:chgData name="MERVE GÜNDOĞDU" userId="508a701c-2695-47b1-836c-2ebb7eb571de" providerId="ADAL" clId="{0791CBED-D250-47FD-9E7B-F4A3432A2EAE}" dt="2026-01-25T15:45:08.105" v="260" actId="26606"/>
          <ac:spMkLst>
            <pc:docMk/>
            <pc:sldMk cId="1722462961" sldId="259"/>
            <ac:spMk id="15" creationId="{87BF42CA-AD55-48B4-8949-C4DCA60A6AEE}"/>
          </ac:spMkLst>
        </pc:spChg>
        <pc:spChg chg="add del">
          <ac:chgData name="MERVE GÜNDOĞDU" userId="508a701c-2695-47b1-836c-2ebb7eb571de" providerId="ADAL" clId="{0791CBED-D250-47FD-9E7B-F4A3432A2EAE}" dt="2026-01-25T15:45:08.105" v="260" actId="26606"/>
          <ac:spMkLst>
            <pc:docMk/>
            <pc:sldMk cId="1722462961" sldId="259"/>
            <ac:spMk id="17" creationId="{66AE1D3D-3106-4CB2-AA7C-0C1642AC0F2E}"/>
          </ac:spMkLst>
        </pc:spChg>
        <pc:spChg chg="add del">
          <ac:chgData name="MERVE GÜNDOĞDU" userId="508a701c-2695-47b1-836c-2ebb7eb571de" providerId="ADAL" clId="{0791CBED-D250-47FD-9E7B-F4A3432A2EAE}" dt="2026-01-25T15:45:09.649" v="262" actId="26606"/>
          <ac:spMkLst>
            <pc:docMk/>
            <pc:sldMk cId="1722462961" sldId="259"/>
            <ac:spMk id="26" creationId="{18873D23-2DCF-4B31-A009-95721C06E8E1}"/>
          </ac:spMkLst>
        </pc:spChg>
        <pc:spChg chg="add del">
          <ac:chgData name="MERVE GÜNDOĞDU" userId="508a701c-2695-47b1-836c-2ebb7eb571de" providerId="ADAL" clId="{0791CBED-D250-47FD-9E7B-F4A3432A2EAE}" dt="2026-01-25T15:45:09.649" v="262" actId="26606"/>
          <ac:spMkLst>
            <pc:docMk/>
            <pc:sldMk cId="1722462961" sldId="259"/>
            <ac:spMk id="27" creationId="{C13EF075-D4EF-4929-ADBC-91B27DA19955}"/>
          </ac:spMkLst>
        </pc:spChg>
        <pc:spChg chg="add">
          <ac:chgData name="MERVE GÜNDOĞDU" userId="508a701c-2695-47b1-836c-2ebb7eb571de" providerId="ADAL" clId="{0791CBED-D250-47FD-9E7B-F4A3432A2EAE}" dt="2026-01-25T15:45:09.665" v="263" actId="26606"/>
          <ac:spMkLst>
            <pc:docMk/>
            <pc:sldMk cId="1722462961" sldId="259"/>
            <ac:spMk id="34" creationId="{87BF42CA-AD55-48B4-8949-C4DCA60A6AEE}"/>
          </ac:spMkLst>
        </pc:spChg>
        <pc:spChg chg="add">
          <ac:chgData name="MERVE GÜNDOĞDU" userId="508a701c-2695-47b1-836c-2ebb7eb571de" providerId="ADAL" clId="{0791CBED-D250-47FD-9E7B-F4A3432A2EAE}" dt="2026-01-25T15:45:09.665" v="263" actId="26606"/>
          <ac:spMkLst>
            <pc:docMk/>
            <pc:sldMk cId="1722462961" sldId="259"/>
            <ac:spMk id="35" creationId="{66AE1D3D-3106-4CB2-AA7C-0C1642AC0F2E}"/>
          </ac:spMkLst>
        </pc:spChg>
        <pc:grpChg chg="add del">
          <ac:chgData name="MERVE GÜNDOĞDU" userId="508a701c-2695-47b1-836c-2ebb7eb571de" providerId="ADAL" clId="{0791CBED-D250-47FD-9E7B-F4A3432A2EAE}" dt="2026-01-25T15:45:08.105" v="260" actId="26606"/>
          <ac:grpSpMkLst>
            <pc:docMk/>
            <pc:sldMk cId="1722462961" sldId="259"/>
            <ac:grpSpMk id="19" creationId="{0A31B6AF-B711-4CDB-8C2B-16E963DDC4C5}"/>
          </ac:grpSpMkLst>
        </pc:grpChg>
        <pc:grpChg chg="add del">
          <ac:chgData name="MERVE GÜNDOĞDU" userId="508a701c-2695-47b1-836c-2ebb7eb571de" providerId="ADAL" clId="{0791CBED-D250-47FD-9E7B-F4A3432A2EAE}" dt="2026-01-25T15:45:09.649" v="262" actId="26606"/>
          <ac:grpSpMkLst>
            <pc:docMk/>
            <pc:sldMk cId="1722462961" sldId="259"/>
            <ac:grpSpMk id="28" creationId="{DAA26DFA-AAB2-4973-9C17-16D587C7B198}"/>
          </ac:grpSpMkLst>
        </pc:grpChg>
        <pc:grpChg chg="add">
          <ac:chgData name="MERVE GÜNDOĞDU" userId="508a701c-2695-47b1-836c-2ebb7eb571de" providerId="ADAL" clId="{0791CBED-D250-47FD-9E7B-F4A3432A2EAE}" dt="2026-01-25T15:45:09.665" v="263" actId="26606"/>
          <ac:grpSpMkLst>
            <pc:docMk/>
            <pc:sldMk cId="1722462961" sldId="259"/>
            <ac:grpSpMk id="36" creationId="{0A31B6AF-B711-4CDB-8C2B-16E963DDC4C5}"/>
          </ac:grpSpMkLst>
        </pc:grpChg>
      </pc:sldChg>
      <pc:sldChg chg="addSp delSp modSp mod modTransition setBg">
        <pc:chgData name="MERVE GÜNDOĞDU" userId="508a701c-2695-47b1-836c-2ebb7eb571de" providerId="ADAL" clId="{0791CBED-D250-47FD-9E7B-F4A3432A2EAE}" dt="2026-01-26T12:31:24.950" v="1136"/>
        <pc:sldMkLst>
          <pc:docMk/>
          <pc:sldMk cId="1083629125" sldId="260"/>
        </pc:sldMkLst>
        <pc:spChg chg="mod">
          <ac:chgData name="MERVE GÜNDOĞDU" userId="508a701c-2695-47b1-836c-2ebb7eb571de" providerId="ADAL" clId="{0791CBED-D250-47FD-9E7B-F4A3432A2EAE}" dt="2026-01-25T15:45:17.325" v="270" actId="26606"/>
          <ac:spMkLst>
            <pc:docMk/>
            <pc:sldMk cId="1083629125" sldId="260"/>
            <ac:spMk id="2" creationId="{1C622A3B-DA90-C1B6-7F74-326311A4F6E3}"/>
          </ac:spMkLst>
        </pc:spChg>
        <pc:spChg chg="mod">
          <ac:chgData name="MERVE GÜNDOĞDU" userId="508a701c-2695-47b1-836c-2ebb7eb571de" providerId="ADAL" clId="{0791CBED-D250-47FD-9E7B-F4A3432A2EAE}" dt="2026-01-25T15:45:17.325" v="270" actId="26606"/>
          <ac:spMkLst>
            <pc:docMk/>
            <pc:sldMk cId="1083629125" sldId="260"/>
            <ac:spMk id="3" creationId="{516E0306-899F-A7AA-FC87-1F95DB801599}"/>
          </ac:spMkLst>
        </pc:spChg>
        <pc:spChg chg="add del">
          <ac:chgData name="MERVE GÜNDOĞDU" userId="508a701c-2695-47b1-836c-2ebb7eb571de" providerId="ADAL" clId="{0791CBED-D250-47FD-9E7B-F4A3432A2EAE}" dt="2026-01-25T15:45:17.325" v="270" actId="26606"/>
          <ac:spMkLst>
            <pc:docMk/>
            <pc:sldMk cId="1083629125" sldId="260"/>
            <ac:spMk id="14" creationId="{777A147A-9ED8-46B4-8660-1B3C2AA880B5}"/>
          </ac:spMkLst>
        </pc:spChg>
        <pc:spChg chg="add del">
          <ac:chgData name="MERVE GÜNDOĞDU" userId="508a701c-2695-47b1-836c-2ebb7eb571de" providerId="ADAL" clId="{0791CBED-D250-47FD-9E7B-F4A3432A2EAE}" dt="2026-01-25T15:45:17.325" v="270" actId="26606"/>
          <ac:spMkLst>
            <pc:docMk/>
            <pc:sldMk cId="1083629125" sldId="260"/>
            <ac:spMk id="15" creationId="{5D6C15A0-C087-4593-8414-2B4EC1CDC3DE}"/>
          </ac:spMkLst>
        </pc:spChg>
        <pc:spChg chg="add del">
          <ac:chgData name="MERVE GÜNDOĞDU" userId="508a701c-2695-47b1-836c-2ebb7eb571de" providerId="ADAL" clId="{0791CBED-D250-47FD-9E7B-F4A3432A2EAE}" dt="2026-01-25T15:45:15.515" v="265" actId="26606"/>
          <ac:spMkLst>
            <pc:docMk/>
            <pc:sldMk cId="1083629125" sldId="260"/>
            <ac:spMk id="20" creationId="{18873D23-2DCF-4B31-A009-95721C06E8E1}"/>
          </ac:spMkLst>
        </pc:spChg>
        <pc:spChg chg="add del">
          <ac:chgData name="MERVE GÜNDOĞDU" userId="508a701c-2695-47b1-836c-2ebb7eb571de" providerId="ADAL" clId="{0791CBED-D250-47FD-9E7B-F4A3432A2EAE}" dt="2026-01-25T15:45:15.515" v="265" actId="26606"/>
          <ac:spMkLst>
            <pc:docMk/>
            <pc:sldMk cId="1083629125" sldId="260"/>
            <ac:spMk id="22" creationId="{C13EF075-D4EF-4929-ADBC-91B27DA19955}"/>
          </ac:spMkLst>
        </pc:spChg>
        <pc:spChg chg="add del">
          <ac:chgData name="MERVE GÜNDOĞDU" userId="508a701c-2695-47b1-836c-2ebb7eb571de" providerId="ADAL" clId="{0791CBED-D250-47FD-9E7B-F4A3432A2EAE}" dt="2026-01-25T15:45:16.315" v="267" actId="26606"/>
          <ac:spMkLst>
            <pc:docMk/>
            <pc:sldMk cId="1083629125" sldId="260"/>
            <ac:spMk id="30" creationId="{87BF42CA-AD55-48B4-8949-C4DCA60A6AEE}"/>
          </ac:spMkLst>
        </pc:spChg>
        <pc:spChg chg="add del">
          <ac:chgData name="MERVE GÜNDOĞDU" userId="508a701c-2695-47b1-836c-2ebb7eb571de" providerId="ADAL" clId="{0791CBED-D250-47FD-9E7B-F4A3432A2EAE}" dt="2026-01-25T15:45:16.315" v="267" actId="26606"/>
          <ac:spMkLst>
            <pc:docMk/>
            <pc:sldMk cId="1083629125" sldId="260"/>
            <ac:spMk id="31" creationId="{66AE1D3D-3106-4CB2-AA7C-0C1642AC0F2E}"/>
          </ac:spMkLst>
        </pc:spChg>
        <pc:spChg chg="add del">
          <ac:chgData name="MERVE GÜNDOĞDU" userId="508a701c-2695-47b1-836c-2ebb7eb571de" providerId="ADAL" clId="{0791CBED-D250-47FD-9E7B-F4A3432A2EAE}" dt="2026-01-25T15:45:17.309" v="269" actId="26606"/>
          <ac:spMkLst>
            <pc:docMk/>
            <pc:sldMk cId="1083629125" sldId="260"/>
            <ac:spMk id="38" creationId="{18873D23-2DCF-4B31-A009-95721C06E8E1}"/>
          </ac:spMkLst>
        </pc:spChg>
        <pc:spChg chg="add del">
          <ac:chgData name="MERVE GÜNDOĞDU" userId="508a701c-2695-47b1-836c-2ebb7eb571de" providerId="ADAL" clId="{0791CBED-D250-47FD-9E7B-F4A3432A2EAE}" dt="2026-01-25T15:45:17.309" v="269" actId="26606"/>
          <ac:spMkLst>
            <pc:docMk/>
            <pc:sldMk cId="1083629125" sldId="260"/>
            <ac:spMk id="39" creationId="{C13EF075-D4EF-4929-ADBC-91B27DA19955}"/>
          </ac:spMkLst>
        </pc:spChg>
        <pc:spChg chg="add">
          <ac:chgData name="MERVE GÜNDOĞDU" userId="508a701c-2695-47b1-836c-2ebb7eb571de" providerId="ADAL" clId="{0791CBED-D250-47FD-9E7B-F4A3432A2EAE}" dt="2026-01-25T15:45:17.325" v="270" actId="26606"/>
          <ac:spMkLst>
            <pc:docMk/>
            <pc:sldMk cId="1083629125" sldId="260"/>
            <ac:spMk id="42" creationId="{87BF42CA-AD55-48B4-8949-C4DCA60A6AEE}"/>
          </ac:spMkLst>
        </pc:spChg>
        <pc:spChg chg="add">
          <ac:chgData name="MERVE GÜNDOĞDU" userId="508a701c-2695-47b1-836c-2ebb7eb571de" providerId="ADAL" clId="{0791CBED-D250-47FD-9E7B-F4A3432A2EAE}" dt="2026-01-25T15:45:17.325" v="270" actId="26606"/>
          <ac:spMkLst>
            <pc:docMk/>
            <pc:sldMk cId="1083629125" sldId="260"/>
            <ac:spMk id="43" creationId="{66AE1D3D-3106-4CB2-AA7C-0C1642AC0F2E}"/>
          </ac:spMkLst>
        </pc:spChg>
        <pc:grpChg chg="add del">
          <ac:chgData name="MERVE GÜNDOĞDU" userId="508a701c-2695-47b1-836c-2ebb7eb571de" providerId="ADAL" clId="{0791CBED-D250-47FD-9E7B-F4A3432A2EAE}" dt="2026-01-25T15:45:15.515" v="265" actId="26606"/>
          <ac:grpSpMkLst>
            <pc:docMk/>
            <pc:sldMk cId="1083629125" sldId="260"/>
            <ac:grpSpMk id="24" creationId="{DAA26DFA-AAB2-4973-9C17-16D587C7B198}"/>
          </ac:grpSpMkLst>
        </pc:grpChg>
        <pc:grpChg chg="add del">
          <ac:chgData name="MERVE GÜNDOĞDU" userId="508a701c-2695-47b1-836c-2ebb7eb571de" providerId="ADAL" clId="{0791CBED-D250-47FD-9E7B-F4A3432A2EAE}" dt="2026-01-25T15:45:16.315" v="267" actId="26606"/>
          <ac:grpSpMkLst>
            <pc:docMk/>
            <pc:sldMk cId="1083629125" sldId="260"/>
            <ac:grpSpMk id="32" creationId="{0A31B6AF-B711-4CDB-8C2B-16E963DDC4C5}"/>
          </ac:grpSpMkLst>
        </pc:grpChg>
        <pc:grpChg chg="add del">
          <ac:chgData name="MERVE GÜNDOĞDU" userId="508a701c-2695-47b1-836c-2ebb7eb571de" providerId="ADAL" clId="{0791CBED-D250-47FD-9E7B-F4A3432A2EAE}" dt="2026-01-25T15:45:17.309" v="269" actId="26606"/>
          <ac:grpSpMkLst>
            <pc:docMk/>
            <pc:sldMk cId="1083629125" sldId="260"/>
            <ac:grpSpMk id="40" creationId="{DAA26DFA-AAB2-4973-9C17-16D587C7B198}"/>
          </ac:grpSpMkLst>
        </pc:grpChg>
        <pc:grpChg chg="add">
          <ac:chgData name="MERVE GÜNDOĞDU" userId="508a701c-2695-47b1-836c-2ebb7eb571de" providerId="ADAL" clId="{0791CBED-D250-47FD-9E7B-F4A3432A2EAE}" dt="2026-01-25T15:45:17.325" v="270" actId="26606"/>
          <ac:grpSpMkLst>
            <pc:docMk/>
            <pc:sldMk cId="1083629125" sldId="260"/>
            <ac:grpSpMk id="44" creationId="{0A31B6AF-B711-4CDB-8C2B-16E963DDC4C5}"/>
          </ac:grpSpMkLst>
        </pc:grpChg>
      </pc:sldChg>
      <pc:sldChg chg="addSp delSp modSp mod ord modTransition setBg addAnim delAnim">
        <pc:chgData name="MERVE GÜNDOĞDU" userId="508a701c-2695-47b1-836c-2ebb7eb571de" providerId="ADAL" clId="{0791CBED-D250-47FD-9E7B-F4A3432A2EAE}" dt="2026-01-26T12:31:24.950" v="1136"/>
        <pc:sldMkLst>
          <pc:docMk/>
          <pc:sldMk cId="2326868463" sldId="261"/>
        </pc:sldMkLst>
        <pc:spChg chg="mod">
          <ac:chgData name="MERVE GÜNDOĞDU" userId="508a701c-2695-47b1-836c-2ebb7eb571de" providerId="ADAL" clId="{0791CBED-D250-47FD-9E7B-F4A3432A2EAE}" dt="2026-01-25T20:03:59.646" v="1063" actId="26606"/>
          <ac:spMkLst>
            <pc:docMk/>
            <pc:sldMk cId="2326868463" sldId="261"/>
            <ac:spMk id="2" creationId="{A4C2D731-A1F2-A56E-BEA9-CA74ABD98131}"/>
          </ac:spMkLst>
        </pc:spChg>
        <pc:spChg chg="del">
          <ac:chgData name="MERVE GÜNDOĞDU" userId="508a701c-2695-47b1-836c-2ebb7eb571de" providerId="ADAL" clId="{0791CBED-D250-47FD-9E7B-F4A3432A2EAE}" dt="2026-01-25T15:44:23.385" v="247" actId="26606"/>
          <ac:spMkLst>
            <pc:docMk/>
            <pc:sldMk cId="2326868463" sldId="261"/>
            <ac:spMk id="3" creationId="{984892B1-8236-FC7B-6E9C-D55314D2BBF0}"/>
          </ac:spMkLst>
        </pc:spChg>
        <pc:spChg chg="add mod">
          <ac:chgData name="MERVE GÜNDOĞDU" userId="508a701c-2695-47b1-836c-2ebb7eb571de" providerId="ADAL" clId="{0791CBED-D250-47FD-9E7B-F4A3432A2EAE}" dt="2026-01-25T20:05:00.924" v="1089" actId="1076"/>
          <ac:spMkLst>
            <pc:docMk/>
            <pc:sldMk cId="2326868463" sldId="261"/>
            <ac:spMk id="4" creationId="{13299886-2D80-E003-1FBE-A152B144A58C}"/>
          </ac:spMkLst>
        </pc:spChg>
        <pc:spChg chg="add del">
          <ac:chgData name="MERVE GÜNDOĞDU" userId="508a701c-2695-47b1-836c-2ebb7eb571de" providerId="ADAL" clId="{0791CBED-D250-47FD-9E7B-F4A3432A2EAE}" dt="2026-01-25T20:03:59.646" v="1063" actId="26606"/>
          <ac:spMkLst>
            <pc:docMk/>
            <pc:sldMk cId="2326868463" sldId="261"/>
            <ac:spMk id="8" creationId="{5A292AEA-2528-46C0-B426-95822B6141FB}"/>
          </ac:spMkLst>
        </pc:spChg>
        <pc:spChg chg="add del">
          <ac:chgData name="MERVE GÜNDOĞDU" userId="508a701c-2695-47b1-836c-2ebb7eb571de" providerId="ADAL" clId="{0791CBED-D250-47FD-9E7B-F4A3432A2EAE}" dt="2026-01-25T20:03:59.646" v="1063" actId="26606"/>
          <ac:spMkLst>
            <pc:docMk/>
            <pc:sldMk cId="2326868463" sldId="261"/>
            <ac:spMk id="10" creationId="{D8B7B198-E4DF-43CD-AD8C-199884323745}"/>
          </ac:spMkLst>
        </pc:spChg>
        <pc:spChg chg="add del">
          <ac:chgData name="MERVE GÜNDOĞDU" userId="508a701c-2695-47b1-836c-2ebb7eb571de" providerId="ADAL" clId="{0791CBED-D250-47FD-9E7B-F4A3432A2EAE}" dt="2026-01-25T20:03:59.646" v="1063" actId="26606"/>
          <ac:spMkLst>
            <pc:docMk/>
            <pc:sldMk cId="2326868463" sldId="261"/>
            <ac:spMk id="12" creationId="{2BE67753-EA0E-4819-8D22-0B6600CF7231}"/>
          </ac:spMkLst>
        </pc:spChg>
        <pc:spChg chg="add del">
          <ac:chgData name="MERVE GÜNDOĞDU" userId="508a701c-2695-47b1-836c-2ebb7eb571de" providerId="ADAL" clId="{0791CBED-D250-47FD-9E7B-F4A3432A2EAE}" dt="2026-01-25T20:03:59.646" v="1063" actId="26606"/>
          <ac:spMkLst>
            <pc:docMk/>
            <pc:sldMk cId="2326868463" sldId="261"/>
            <ac:spMk id="38" creationId="{0D7B6173-1D58-48E2-83CF-37350F315F75}"/>
          </ac:spMkLst>
        </pc:spChg>
        <pc:spChg chg="add del">
          <ac:chgData name="MERVE GÜNDOĞDU" userId="508a701c-2695-47b1-836c-2ebb7eb571de" providerId="ADAL" clId="{0791CBED-D250-47FD-9E7B-F4A3432A2EAE}" dt="2026-01-25T20:03:59.646" v="1063" actId="26606"/>
          <ac:spMkLst>
            <pc:docMk/>
            <pc:sldMk cId="2326868463" sldId="261"/>
            <ac:spMk id="40" creationId="{2F36CA75-CFBF-4844-B719-8FE9EBADA9AF}"/>
          </ac:spMkLst>
        </pc:spChg>
        <pc:spChg chg="add del">
          <ac:chgData name="MERVE GÜNDOĞDU" userId="508a701c-2695-47b1-836c-2ebb7eb571de" providerId="ADAL" clId="{0791CBED-D250-47FD-9E7B-F4A3432A2EAE}" dt="2026-01-25T20:03:59.646" v="1063" actId="26606"/>
          <ac:spMkLst>
            <pc:docMk/>
            <pc:sldMk cId="2326868463" sldId="261"/>
            <ac:spMk id="42" creationId="{3D4A84B9-E564-4DD0-97F8-DBF1C460C28A}"/>
          </ac:spMkLst>
        </pc:spChg>
        <pc:spChg chg="add del">
          <ac:chgData name="MERVE GÜNDOĞDU" userId="508a701c-2695-47b1-836c-2ebb7eb571de" providerId="ADAL" clId="{0791CBED-D250-47FD-9E7B-F4A3432A2EAE}" dt="2026-01-25T20:03:59.646" v="1063" actId="26606"/>
          <ac:spMkLst>
            <pc:docMk/>
            <pc:sldMk cId="2326868463" sldId="261"/>
            <ac:spMk id="46" creationId="{102382E0-0A09-46AE-B955-B911CAFE7F00}"/>
          </ac:spMkLst>
        </pc:spChg>
        <pc:spChg chg="add del">
          <ac:chgData name="MERVE GÜNDOĞDU" userId="508a701c-2695-47b1-836c-2ebb7eb571de" providerId="ADAL" clId="{0791CBED-D250-47FD-9E7B-F4A3432A2EAE}" dt="2026-01-25T20:03:59.646" v="1063" actId="26606"/>
          <ac:spMkLst>
            <pc:docMk/>
            <pc:sldMk cId="2326868463" sldId="261"/>
            <ac:spMk id="48" creationId="{7DE75D4A-0965-4973-BE75-DECCAC9A9614}"/>
          </ac:spMkLst>
        </pc:spChg>
        <pc:grpChg chg="add">
          <ac:chgData name="MERVE GÜNDOĞDU" userId="508a701c-2695-47b1-836c-2ebb7eb571de" providerId="ADAL" clId="{0791CBED-D250-47FD-9E7B-F4A3432A2EAE}" dt="2026-01-25T15:44:23.385" v="247" actId="26606"/>
          <ac:grpSpMkLst>
            <pc:docMk/>
            <pc:sldMk cId="2326868463" sldId="261"/>
            <ac:grpSpMk id="14" creationId="{D76D63AC-0421-45EC-B383-E79A61A78C6B}"/>
          </ac:grpSpMkLst>
        </pc:grpChg>
        <pc:grpChg chg="add">
          <ac:chgData name="MERVE GÜNDOĞDU" userId="508a701c-2695-47b1-836c-2ebb7eb571de" providerId="ADAL" clId="{0791CBED-D250-47FD-9E7B-F4A3432A2EAE}" dt="2026-01-25T15:44:23.385" v="247" actId="26606"/>
          <ac:grpSpMkLst>
            <pc:docMk/>
            <pc:sldMk cId="2326868463" sldId="261"/>
            <ac:grpSpMk id="23" creationId="{87F87F1B-42BA-4AC7-A4E2-41544DDB2CE3}"/>
          </ac:grpSpMkLst>
        </pc:grpChg>
        <pc:grpChg chg="add">
          <ac:chgData name="MERVE GÜNDOĞDU" userId="508a701c-2695-47b1-836c-2ebb7eb571de" providerId="ADAL" clId="{0791CBED-D250-47FD-9E7B-F4A3432A2EAE}" dt="2026-01-25T15:44:23.385" v="247" actId="26606"/>
          <ac:grpSpMkLst>
            <pc:docMk/>
            <pc:sldMk cId="2326868463" sldId="261"/>
            <ac:grpSpMk id="29" creationId="{967346A5-7569-4F15-AB5D-BE3DADF192C0}"/>
          </ac:grpSpMkLst>
        </pc:grpChg>
        <pc:picChg chg="add del mod">
          <ac:chgData name="MERVE GÜNDOĞDU" userId="508a701c-2695-47b1-836c-2ebb7eb571de" providerId="ADAL" clId="{0791CBED-D250-47FD-9E7B-F4A3432A2EAE}" dt="2026-01-25T20:02:20.704" v="1053" actId="21"/>
          <ac:picMkLst>
            <pc:docMk/>
            <pc:sldMk cId="2326868463" sldId="261"/>
            <ac:picMk id="6" creationId="{1149E8E1-AF54-3C6A-84DB-67998BEA8405}"/>
          </ac:picMkLst>
        </pc:picChg>
        <pc:picChg chg="add mod">
          <ac:chgData name="MERVE GÜNDOĞDU" userId="508a701c-2695-47b1-836c-2ebb7eb571de" providerId="ADAL" clId="{0791CBED-D250-47FD-9E7B-F4A3432A2EAE}" dt="2026-01-25T19:58:19.990" v="1052" actId="931"/>
          <ac:picMkLst>
            <pc:docMk/>
            <pc:sldMk cId="2326868463" sldId="261"/>
            <ac:picMk id="9" creationId="{D1964141-C22F-ACFF-B553-C445803DA157}"/>
          </ac:picMkLst>
        </pc:picChg>
        <pc:picChg chg="add mod">
          <ac:chgData name="MERVE GÜNDOĞDU" userId="508a701c-2695-47b1-836c-2ebb7eb571de" providerId="ADAL" clId="{0791CBED-D250-47FD-9E7B-F4A3432A2EAE}" dt="2026-01-25T20:04:03.087" v="1069" actId="14100"/>
          <ac:picMkLst>
            <pc:docMk/>
            <pc:sldMk cId="2326868463" sldId="261"/>
            <ac:picMk id="13" creationId="{F8D9E95F-6B8A-723C-9154-D0438D2F541A}"/>
          </ac:picMkLst>
        </pc:picChg>
        <pc:picChg chg="add mod">
          <ac:chgData name="MERVE GÜNDOĞDU" userId="508a701c-2695-47b1-836c-2ebb7eb571de" providerId="ADAL" clId="{0791CBED-D250-47FD-9E7B-F4A3432A2EAE}" dt="2026-01-25T20:04:03.087" v="1069" actId="14100"/>
          <ac:picMkLst>
            <pc:docMk/>
            <pc:sldMk cId="2326868463" sldId="261"/>
            <ac:picMk id="28" creationId="{72CCA431-F981-7D54-66D4-293EB907F66E}"/>
          </ac:picMkLst>
        </pc:picChg>
        <pc:picChg chg="add mod">
          <ac:chgData name="MERVE GÜNDOĞDU" userId="508a701c-2695-47b1-836c-2ebb7eb571de" providerId="ADAL" clId="{0791CBED-D250-47FD-9E7B-F4A3432A2EAE}" dt="2026-01-25T20:04:31.334" v="1079" actId="1076"/>
          <ac:picMkLst>
            <pc:docMk/>
            <pc:sldMk cId="2326868463" sldId="261"/>
            <ac:picMk id="35" creationId="{843C49AB-33EC-E56F-648A-21728E66ED28}"/>
          </ac:picMkLst>
        </pc:picChg>
        <pc:picChg chg="add mod">
          <ac:chgData name="MERVE GÜNDOĞDU" userId="508a701c-2695-47b1-836c-2ebb7eb571de" providerId="ADAL" clId="{0791CBED-D250-47FD-9E7B-F4A3432A2EAE}" dt="2026-01-25T20:04:48.104" v="1084" actId="1076"/>
          <ac:picMkLst>
            <pc:docMk/>
            <pc:sldMk cId="2326868463" sldId="261"/>
            <ac:picMk id="37" creationId="{84D492DF-DC6A-8628-B51D-350E6595D78F}"/>
          </ac:picMkLst>
        </pc:picChg>
      </pc:sldChg>
      <pc:sldChg chg="addSp delSp modSp mod modTransition setBg">
        <pc:chgData name="MERVE GÜNDOĞDU" userId="508a701c-2695-47b1-836c-2ebb7eb571de" providerId="ADAL" clId="{0791CBED-D250-47FD-9E7B-F4A3432A2EAE}" dt="2026-01-26T12:31:24.950" v="1136"/>
        <pc:sldMkLst>
          <pc:docMk/>
          <pc:sldMk cId="3635652" sldId="262"/>
        </pc:sldMkLst>
        <pc:spChg chg="mod">
          <ac:chgData name="MERVE GÜNDOĞDU" userId="508a701c-2695-47b1-836c-2ebb7eb571de" providerId="ADAL" clId="{0791CBED-D250-47FD-9E7B-F4A3432A2EAE}" dt="2026-01-25T19:55:32.259" v="1047" actId="404"/>
          <ac:spMkLst>
            <pc:docMk/>
            <pc:sldMk cId="3635652" sldId="262"/>
            <ac:spMk id="2" creationId="{DEE1461E-E00A-9BBC-BE7E-43B5100E1B00}"/>
          </ac:spMkLst>
        </pc:spChg>
        <pc:spChg chg="mod">
          <ac:chgData name="MERVE GÜNDOĞDU" userId="508a701c-2695-47b1-836c-2ebb7eb571de" providerId="ADAL" clId="{0791CBED-D250-47FD-9E7B-F4A3432A2EAE}" dt="2026-01-25T15:45:23.717" v="275" actId="26606"/>
          <ac:spMkLst>
            <pc:docMk/>
            <pc:sldMk cId="3635652" sldId="262"/>
            <ac:spMk id="3" creationId="{46E93204-E55F-184F-D98C-690E5BC88328}"/>
          </ac:spMkLst>
        </pc:spChg>
        <pc:spChg chg="add del">
          <ac:chgData name="MERVE GÜNDOĞDU" userId="508a701c-2695-47b1-836c-2ebb7eb571de" providerId="ADAL" clId="{0791CBED-D250-47FD-9E7B-F4A3432A2EAE}" dt="2026-01-25T15:45:23.717" v="275" actId="26606"/>
          <ac:spMkLst>
            <pc:docMk/>
            <pc:sldMk cId="3635652" sldId="262"/>
            <ac:spMk id="8" creationId="{100EDD19-6802-4EC3-95CE-CFFAB042CFD6}"/>
          </ac:spMkLst>
        </pc:spChg>
        <pc:spChg chg="add del">
          <ac:chgData name="MERVE GÜNDOĞDU" userId="508a701c-2695-47b1-836c-2ebb7eb571de" providerId="ADAL" clId="{0791CBED-D250-47FD-9E7B-F4A3432A2EAE}" dt="2026-01-25T15:45:23.717" v="275" actId="26606"/>
          <ac:spMkLst>
            <pc:docMk/>
            <pc:sldMk cId="3635652" sldId="262"/>
            <ac:spMk id="10" creationId="{DB17E863-922E-4C26-BD64-E8FD41D28661}"/>
          </ac:spMkLst>
        </pc:spChg>
        <pc:spChg chg="add del">
          <ac:chgData name="MERVE GÜNDOĞDU" userId="508a701c-2695-47b1-836c-2ebb7eb571de" providerId="ADAL" clId="{0791CBED-D250-47FD-9E7B-F4A3432A2EAE}" dt="2026-01-25T15:45:22.472" v="272" actId="26606"/>
          <ac:spMkLst>
            <pc:docMk/>
            <pc:sldMk cId="3635652" sldId="262"/>
            <ac:spMk id="15" creationId="{87BF42CA-AD55-48B4-8949-C4DCA60A6AEE}"/>
          </ac:spMkLst>
        </pc:spChg>
        <pc:spChg chg="add del">
          <ac:chgData name="MERVE GÜNDOĞDU" userId="508a701c-2695-47b1-836c-2ebb7eb571de" providerId="ADAL" clId="{0791CBED-D250-47FD-9E7B-F4A3432A2EAE}" dt="2026-01-25T15:45:22.472" v="272" actId="26606"/>
          <ac:spMkLst>
            <pc:docMk/>
            <pc:sldMk cId="3635652" sldId="262"/>
            <ac:spMk id="17" creationId="{66AE1D3D-3106-4CB2-AA7C-0C1642AC0F2E}"/>
          </ac:spMkLst>
        </pc:spChg>
        <pc:spChg chg="add del">
          <ac:chgData name="MERVE GÜNDOĞDU" userId="508a701c-2695-47b1-836c-2ebb7eb571de" providerId="ADAL" clId="{0791CBED-D250-47FD-9E7B-F4A3432A2EAE}" dt="2026-01-25T15:45:23.699" v="274" actId="26606"/>
          <ac:spMkLst>
            <pc:docMk/>
            <pc:sldMk cId="3635652" sldId="262"/>
            <ac:spMk id="26" creationId="{18873D23-2DCF-4B31-A009-95721C06E8E1}"/>
          </ac:spMkLst>
        </pc:spChg>
        <pc:spChg chg="add del">
          <ac:chgData name="MERVE GÜNDOĞDU" userId="508a701c-2695-47b1-836c-2ebb7eb571de" providerId="ADAL" clId="{0791CBED-D250-47FD-9E7B-F4A3432A2EAE}" dt="2026-01-25T15:45:23.699" v="274" actId="26606"/>
          <ac:spMkLst>
            <pc:docMk/>
            <pc:sldMk cId="3635652" sldId="262"/>
            <ac:spMk id="27" creationId="{C13EF075-D4EF-4929-ADBC-91B27DA19955}"/>
          </ac:spMkLst>
        </pc:spChg>
        <pc:spChg chg="add">
          <ac:chgData name="MERVE GÜNDOĞDU" userId="508a701c-2695-47b1-836c-2ebb7eb571de" providerId="ADAL" clId="{0791CBED-D250-47FD-9E7B-F4A3432A2EAE}" dt="2026-01-25T15:45:23.717" v="275" actId="26606"/>
          <ac:spMkLst>
            <pc:docMk/>
            <pc:sldMk cId="3635652" sldId="262"/>
            <ac:spMk id="34" creationId="{87BF42CA-AD55-48B4-8949-C4DCA60A6AEE}"/>
          </ac:spMkLst>
        </pc:spChg>
        <pc:spChg chg="add">
          <ac:chgData name="MERVE GÜNDOĞDU" userId="508a701c-2695-47b1-836c-2ebb7eb571de" providerId="ADAL" clId="{0791CBED-D250-47FD-9E7B-F4A3432A2EAE}" dt="2026-01-25T15:45:23.717" v="275" actId="26606"/>
          <ac:spMkLst>
            <pc:docMk/>
            <pc:sldMk cId="3635652" sldId="262"/>
            <ac:spMk id="35" creationId="{66AE1D3D-3106-4CB2-AA7C-0C1642AC0F2E}"/>
          </ac:spMkLst>
        </pc:spChg>
        <pc:grpChg chg="add del">
          <ac:chgData name="MERVE GÜNDOĞDU" userId="508a701c-2695-47b1-836c-2ebb7eb571de" providerId="ADAL" clId="{0791CBED-D250-47FD-9E7B-F4A3432A2EAE}" dt="2026-01-25T15:45:22.472" v="272" actId="26606"/>
          <ac:grpSpMkLst>
            <pc:docMk/>
            <pc:sldMk cId="3635652" sldId="262"/>
            <ac:grpSpMk id="19" creationId="{0A31B6AF-B711-4CDB-8C2B-16E963DDC4C5}"/>
          </ac:grpSpMkLst>
        </pc:grpChg>
        <pc:grpChg chg="add del">
          <ac:chgData name="MERVE GÜNDOĞDU" userId="508a701c-2695-47b1-836c-2ebb7eb571de" providerId="ADAL" clId="{0791CBED-D250-47FD-9E7B-F4A3432A2EAE}" dt="2026-01-25T15:45:23.699" v="274" actId="26606"/>
          <ac:grpSpMkLst>
            <pc:docMk/>
            <pc:sldMk cId="3635652" sldId="262"/>
            <ac:grpSpMk id="28" creationId="{DAA26DFA-AAB2-4973-9C17-16D587C7B198}"/>
          </ac:grpSpMkLst>
        </pc:grpChg>
        <pc:grpChg chg="add">
          <ac:chgData name="MERVE GÜNDOĞDU" userId="508a701c-2695-47b1-836c-2ebb7eb571de" providerId="ADAL" clId="{0791CBED-D250-47FD-9E7B-F4A3432A2EAE}" dt="2026-01-25T15:45:23.717" v="275" actId="26606"/>
          <ac:grpSpMkLst>
            <pc:docMk/>
            <pc:sldMk cId="3635652" sldId="262"/>
            <ac:grpSpMk id="36" creationId="{0A31B6AF-B711-4CDB-8C2B-16E963DDC4C5}"/>
          </ac:grpSpMkLst>
        </pc:grpChg>
      </pc:sldChg>
      <pc:sldChg chg="addSp delSp modSp mod modTransition setBg">
        <pc:chgData name="MERVE GÜNDOĞDU" userId="508a701c-2695-47b1-836c-2ebb7eb571de" providerId="ADAL" clId="{0791CBED-D250-47FD-9E7B-F4A3432A2EAE}" dt="2026-01-26T12:31:24.950" v="1136"/>
        <pc:sldMkLst>
          <pc:docMk/>
          <pc:sldMk cId="1506219926" sldId="263"/>
        </pc:sldMkLst>
        <pc:spChg chg="mod">
          <ac:chgData name="MERVE GÜNDOĞDU" userId="508a701c-2695-47b1-836c-2ebb7eb571de" providerId="ADAL" clId="{0791CBED-D250-47FD-9E7B-F4A3432A2EAE}" dt="2026-01-25T15:45:28.408" v="278" actId="26606"/>
          <ac:spMkLst>
            <pc:docMk/>
            <pc:sldMk cId="1506219926" sldId="263"/>
            <ac:spMk id="2" creationId="{3F1E17AC-3BEE-D34A-26CC-D233892C245A}"/>
          </ac:spMkLst>
        </pc:spChg>
        <pc:spChg chg="mod">
          <ac:chgData name="MERVE GÜNDOĞDU" userId="508a701c-2695-47b1-836c-2ebb7eb571de" providerId="ADAL" clId="{0791CBED-D250-47FD-9E7B-F4A3432A2EAE}" dt="2026-01-25T15:45:28.408" v="278" actId="26606"/>
          <ac:spMkLst>
            <pc:docMk/>
            <pc:sldMk cId="1506219926" sldId="263"/>
            <ac:spMk id="3" creationId="{CBDCF2E2-0360-461F-021E-A4E28399D9E9}"/>
          </ac:spMkLst>
        </pc:spChg>
        <pc:spChg chg="add del">
          <ac:chgData name="MERVE GÜNDOĞDU" userId="508a701c-2695-47b1-836c-2ebb7eb571de" providerId="ADAL" clId="{0791CBED-D250-47FD-9E7B-F4A3432A2EAE}" dt="2026-01-25T15:45:28.408" v="278" actId="26606"/>
          <ac:spMkLst>
            <pc:docMk/>
            <pc:sldMk cId="1506219926" sldId="263"/>
            <ac:spMk id="8" creationId="{100EDD19-6802-4EC3-95CE-CFFAB042CFD6}"/>
          </ac:spMkLst>
        </pc:spChg>
        <pc:spChg chg="add del">
          <ac:chgData name="MERVE GÜNDOĞDU" userId="508a701c-2695-47b1-836c-2ebb7eb571de" providerId="ADAL" clId="{0791CBED-D250-47FD-9E7B-F4A3432A2EAE}" dt="2026-01-25T15:45:28.408" v="278" actId="26606"/>
          <ac:spMkLst>
            <pc:docMk/>
            <pc:sldMk cId="1506219926" sldId="263"/>
            <ac:spMk id="10" creationId="{DB17E863-922E-4C26-BD64-E8FD41D28661}"/>
          </ac:spMkLst>
        </pc:spChg>
        <pc:spChg chg="add del">
          <ac:chgData name="MERVE GÜNDOĞDU" userId="508a701c-2695-47b1-836c-2ebb7eb571de" providerId="ADAL" clId="{0791CBED-D250-47FD-9E7B-F4A3432A2EAE}" dt="2026-01-25T15:45:28.392" v="277" actId="26606"/>
          <ac:spMkLst>
            <pc:docMk/>
            <pc:sldMk cId="1506219926" sldId="263"/>
            <ac:spMk id="15" creationId="{18873D23-2DCF-4B31-A009-95721C06E8E1}"/>
          </ac:spMkLst>
        </pc:spChg>
        <pc:spChg chg="add del">
          <ac:chgData name="MERVE GÜNDOĞDU" userId="508a701c-2695-47b1-836c-2ebb7eb571de" providerId="ADAL" clId="{0791CBED-D250-47FD-9E7B-F4A3432A2EAE}" dt="2026-01-25T15:45:28.392" v="277" actId="26606"/>
          <ac:spMkLst>
            <pc:docMk/>
            <pc:sldMk cId="1506219926" sldId="263"/>
            <ac:spMk id="17" creationId="{C13EF075-D4EF-4929-ADBC-91B27DA19955}"/>
          </ac:spMkLst>
        </pc:spChg>
        <pc:spChg chg="add">
          <ac:chgData name="MERVE GÜNDOĞDU" userId="508a701c-2695-47b1-836c-2ebb7eb571de" providerId="ADAL" clId="{0791CBED-D250-47FD-9E7B-F4A3432A2EAE}" dt="2026-01-25T15:45:28.408" v="278" actId="26606"/>
          <ac:spMkLst>
            <pc:docMk/>
            <pc:sldMk cId="1506219926" sldId="263"/>
            <ac:spMk id="25" creationId="{87BF42CA-AD55-48B4-8949-C4DCA60A6AEE}"/>
          </ac:spMkLst>
        </pc:spChg>
        <pc:spChg chg="add">
          <ac:chgData name="MERVE GÜNDOĞDU" userId="508a701c-2695-47b1-836c-2ebb7eb571de" providerId="ADAL" clId="{0791CBED-D250-47FD-9E7B-F4A3432A2EAE}" dt="2026-01-25T15:45:28.408" v="278" actId="26606"/>
          <ac:spMkLst>
            <pc:docMk/>
            <pc:sldMk cId="1506219926" sldId="263"/>
            <ac:spMk id="26" creationId="{66AE1D3D-3106-4CB2-AA7C-0C1642AC0F2E}"/>
          </ac:spMkLst>
        </pc:spChg>
        <pc:grpChg chg="add del">
          <ac:chgData name="MERVE GÜNDOĞDU" userId="508a701c-2695-47b1-836c-2ebb7eb571de" providerId="ADAL" clId="{0791CBED-D250-47FD-9E7B-F4A3432A2EAE}" dt="2026-01-25T15:45:28.392" v="277" actId="26606"/>
          <ac:grpSpMkLst>
            <pc:docMk/>
            <pc:sldMk cId="1506219926" sldId="263"/>
            <ac:grpSpMk id="19" creationId="{DAA26DFA-AAB2-4973-9C17-16D587C7B198}"/>
          </ac:grpSpMkLst>
        </pc:grpChg>
        <pc:grpChg chg="add">
          <ac:chgData name="MERVE GÜNDOĞDU" userId="508a701c-2695-47b1-836c-2ebb7eb571de" providerId="ADAL" clId="{0791CBED-D250-47FD-9E7B-F4A3432A2EAE}" dt="2026-01-25T15:45:28.408" v="278" actId="26606"/>
          <ac:grpSpMkLst>
            <pc:docMk/>
            <pc:sldMk cId="1506219926" sldId="263"/>
            <ac:grpSpMk id="27" creationId="{0A31B6AF-B711-4CDB-8C2B-16E963DDC4C5}"/>
          </ac:grpSpMkLst>
        </pc:grpChg>
      </pc:sldChg>
      <pc:sldChg chg="addSp delSp modSp mod modTransition setBg">
        <pc:chgData name="MERVE GÜNDOĞDU" userId="508a701c-2695-47b1-836c-2ebb7eb571de" providerId="ADAL" clId="{0791CBED-D250-47FD-9E7B-F4A3432A2EAE}" dt="2026-01-26T12:34:51.122" v="1141" actId="20577"/>
        <pc:sldMkLst>
          <pc:docMk/>
          <pc:sldMk cId="2472060389" sldId="264"/>
        </pc:sldMkLst>
        <pc:spChg chg="mod">
          <ac:chgData name="MERVE GÜNDOĞDU" userId="508a701c-2695-47b1-836c-2ebb7eb571de" providerId="ADAL" clId="{0791CBED-D250-47FD-9E7B-F4A3432A2EAE}" dt="2026-01-25T15:45:42.190" v="283" actId="26606"/>
          <ac:spMkLst>
            <pc:docMk/>
            <pc:sldMk cId="2472060389" sldId="264"/>
            <ac:spMk id="2" creationId="{4B244671-54E1-A3A3-EAE5-65C0F64FAB47}"/>
          </ac:spMkLst>
        </pc:spChg>
        <pc:spChg chg="del mod">
          <ac:chgData name="MERVE GÜNDOĞDU" userId="508a701c-2695-47b1-836c-2ebb7eb571de" providerId="ADAL" clId="{0791CBED-D250-47FD-9E7B-F4A3432A2EAE}" dt="2026-01-25T15:41:10.265" v="165"/>
          <ac:spMkLst>
            <pc:docMk/>
            <pc:sldMk cId="2472060389" sldId="264"/>
            <ac:spMk id="3" creationId="{E91A955A-3A96-9938-0DA5-FB16A3328ED1}"/>
          </ac:spMkLst>
        </pc:spChg>
        <pc:spChg chg="add mod">
          <ac:chgData name="MERVE GÜNDOĞDU" userId="508a701c-2695-47b1-836c-2ebb7eb571de" providerId="ADAL" clId="{0791CBED-D250-47FD-9E7B-F4A3432A2EAE}" dt="2026-01-25T15:45:42.190" v="283" actId="26606"/>
          <ac:spMkLst>
            <pc:docMk/>
            <pc:sldMk cId="2472060389" sldId="264"/>
            <ac:spMk id="4" creationId="{3FDE228D-98B2-4FA1-A44D-AFF394ED0833}"/>
          </ac:spMkLst>
        </pc:spChg>
        <pc:spChg chg="add mod">
          <ac:chgData name="MERVE GÜNDOĞDU" userId="508a701c-2695-47b1-836c-2ebb7eb571de" providerId="ADAL" clId="{0791CBED-D250-47FD-9E7B-F4A3432A2EAE}" dt="2026-01-26T12:34:51.122" v="1141" actId="20577"/>
          <ac:spMkLst>
            <pc:docMk/>
            <pc:sldMk cId="2472060389" sldId="264"/>
            <ac:spMk id="5" creationId="{0095108A-4BF9-0009-AE3D-F60269766D14}"/>
          </ac:spMkLst>
        </pc:spChg>
        <pc:spChg chg="add mod">
          <ac:chgData name="MERVE GÜNDOĞDU" userId="508a701c-2695-47b1-836c-2ebb7eb571de" providerId="ADAL" clId="{0791CBED-D250-47FD-9E7B-F4A3432A2EAE}" dt="2026-01-25T19:39:58.024" v="660" actId="207"/>
          <ac:spMkLst>
            <pc:docMk/>
            <pc:sldMk cId="2472060389" sldId="264"/>
            <ac:spMk id="6" creationId="{E51CC9C3-9DFB-63D9-D488-442B93C2B72C}"/>
          </ac:spMkLst>
        </pc:spChg>
        <pc:spChg chg="add del">
          <ac:chgData name="MERVE GÜNDOĞDU" userId="508a701c-2695-47b1-836c-2ebb7eb571de" providerId="ADAL" clId="{0791CBED-D250-47FD-9E7B-F4A3432A2EAE}" dt="2026-01-25T15:45:42.190" v="283" actId="26606"/>
          <ac:spMkLst>
            <pc:docMk/>
            <pc:sldMk cId="2472060389" sldId="264"/>
            <ac:spMk id="9" creationId="{100EDD19-6802-4EC3-95CE-CFFAB042CFD6}"/>
          </ac:spMkLst>
        </pc:spChg>
        <pc:spChg chg="add del">
          <ac:chgData name="MERVE GÜNDOĞDU" userId="508a701c-2695-47b1-836c-2ebb7eb571de" providerId="ADAL" clId="{0791CBED-D250-47FD-9E7B-F4A3432A2EAE}" dt="2026-01-25T15:45:42.190" v="283" actId="26606"/>
          <ac:spMkLst>
            <pc:docMk/>
            <pc:sldMk cId="2472060389" sldId="264"/>
            <ac:spMk id="11" creationId="{DB17E863-922E-4C26-BD64-E8FD41D28661}"/>
          </ac:spMkLst>
        </pc:spChg>
        <pc:spChg chg="add del">
          <ac:chgData name="MERVE GÜNDOĞDU" userId="508a701c-2695-47b1-836c-2ebb7eb571de" providerId="ADAL" clId="{0791CBED-D250-47FD-9E7B-F4A3432A2EAE}" dt="2026-01-25T15:45:41.445" v="280" actId="26606"/>
          <ac:spMkLst>
            <pc:docMk/>
            <pc:sldMk cId="2472060389" sldId="264"/>
            <ac:spMk id="13" creationId="{87BF42CA-AD55-48B4-8949-C4DCA60A6AEE}"/>
          </ac:spMkLst>
        </pc:spChg>
        <pc:spChg chg="add del">
          <ac:chgData name="MERVE GÜNDOĞDU" userId="508a701c-2695-47b1-836c-2ebb7eb571de" providerId="ADAL" clId="{0791CBED-D250-47FD-9E7B-F4A3432A2EAE}" dt="2026-01-25T15:45:41.445" v="280" actId="26606"/>
          <ac:spMkLst>
            <pc:docMk/>
            <pc:sldMk cId="2472060389" sldId="264"/>
            <ac:spMk id="14" creationId="{66AE1D3D-3106-4CB2-AA7C-0C1642AC0F2E}"/>
          </ac:spMkLst>
        </pc:spChg>
        <pc:spChg chg="add del">
          <ac:chgData name="MERVE GÜNDOĞDU" userId="508a701c-2695-47b1-836c-2ebb7eb571de" providerId="ADAL" clId="{0791CBED-D250-47FD-9E7B-F4A3432A2EAE}" dt="2026-01-25T15:43:44.410" v="243" actId="26606"/>
          <ac:spMkLst>
            <pc:docMk/>
            <pc:sldMk cId="2472060389" sldId="264"/>
            <ac:spMk id="16" creationId="{100EDD19-6802-4EC3-95CE-CFFAB042CFD6}"/>
          </ac:spMkLst>
        </pc:spChg>
        <pc:spChg chg="add del">
          <ac:chgData name="MERVE GÜNDOĞDU" userId="508a701c-2695-47b1-836c-2ebb7eb571de" providerId="ADAL" clId="{0791CBED-D250-47FD-9E7B-F4A3432A2EAE}" dt="2026-01-25T15:43:44.410" v="243" actId="26606"/>
          <ac:spMkLst>
            <pc:docMk/>
            <pc:sldMk cId="2472060389" sldId="264"/>
            <ac:spMk id="18" creationId="{DB17E863-922E-4C26-BD64-E8FD41D28661}"/>
          </ac:spMkLst>
        </pc:spChg>
        <pc:spChg chg="add del">
          <ac:chgData name="MERVE GÜNDOĞDU" userId="508a701c-2695-47b1-836c-2ebb7eb571de" providerId="ADAL" clId="{0791CBED-D250-47FD-9E7B-F4A3432A2EAE}" dt="2026-01-25T15:45:42.167" v="282" actId="26606"/>
          <ac:spMkLst>
            <pc:docMk/>
            <pc:sldMk cId="2472060389" sldId="264"/>
            <ac:spMk id="27" creationId="{18873D23-2DCF-4B31-A009-95721C06E8E1}"/>
          </ac:spMkLst>
        </pc:spChg>
        <pc:spChg chg="add del">
          <ac:chgData name="MERVE GÜNDOĞDU" userId="508a701c-2695-47b1-836c-2ebb7eb571de" providerId="ADAL" clId="{0791CBED-D250-47FD-9E7B-F4A3432A2EAE}" dt="2026-01-25T15:45:42.167" v="282" actId="26606"/>
          <ac:spMkLst>
            <pc:docMk/>
            <pc:sldMk cId="2472060389" sldId="264"/>
            <ac:spMk id="28" creationId="{C13EF075-D4EF-4929-ADBC-91B27DA19955}"/>
          </ac:spMkLst>
        </pc:spChg>
        <pc:spChg chg="add">
          <ac:chgData name="MERVE GÜNDOĞDU" userId="508a701c-2695-47b1-836c-2ebb7eb571de" providerId="ADAL" clId="{0791CBED-D250-47FD-9E7B-F4A3432A2EAE}" dt="2026-01-25T15:45:42.190" v="283" actId="26606"/>
          <ac:spMkLst>
            <pc:docMk/>
            <pc:sldMk cId="2472060389" sldId="264"/>
            <ac:spMk id="35" creationId="{87BF42CA-AD55-48B4-8949-C4DCA60A6AEE}"/>
          </ac:spMkLst>
        </pc:spChg>
        <pc:spChg chg="add">
          <ac:chgData name="MERVE GÜNDOĞDU" userId="508a701c-2695-47b1-836c-2ebb7eb571de" providerId="ADAL" clId="{0791CBED-D250-47FD-9E7B-F4A3432A2EAE}" dt="2026-01-25T15:45:42.190" v="283" actId="26606"/>
          <ac:spMkLst>
            <pc:docMk/>
            <pc:sldMk cId="2472060389" sldId="264"/>
            <ac:spMk id="36" creationId="{66AE1D3D-3106-4CB2-AA7C-0C1642AC0F2E}"/>
          </ac:spMkLst>
        </pc:spChg>
        <pc:grpChg chg="add del">
          <ac:chgData name="MERVE GÜNDOĞDU" userId="508a701c-2695-47b1-836c-2ebb7eb571de" providerId="ADAL" clId="{0791CBED-D250-47FD-9E7B-F4A3432A2EAE}" dt="2026-01-25T15:45:41.445" v="280" actId="26606"/>
          <ac:grpSpMkLst>
            <pc:docMk/>
            <pc:sldMk cId="2472060389" sldId="264"/>
            <ac:grpSpMk id="20" creationId="{0A31B6AF-B711-4CDB-8C2B-16E963DDC4C5}"/>
          </ac:grpSpMkLst>
        </pc:grpChg>
        <pc:grpChg chg="add del">
          <ac:chgData name="MERVE GÜNDOĞDU" userId="508a701c-2695-47b1-836c-2ebb7eb571de" providerId="ADAL" clId="{0791CBED-D250-47FD-9E7B-F4A3432A2EAE}" dt="2026-01-25T15:45:42.167" v="282" actId="26606"/>
          <ac:grpSpMkLst>
            <pc:docMk/>
            <pc:sldMk cId="2472060389" sldId="264"/>
            <ac:grpSpMk id="29" creationId="{DAA26DFA-AAB2-4973-9C17-16D587C7B198}"/>
          </ac:grpSpMkLst>
        </pc:grpChg>
        <pc:grpChg chg="add">
          <ac:chgData name="MERVE GÜNDOĞDU" userId="508a701c-2695-47b1-836c-2ebb7eb571de" providerId="ADAL" clId="{0791CBED-D250-47FD-9E7B-F4A3432A2EAE}" dt="2026-01-25T15:45:42.190" v="283" actId="26606"/>
          <ac:grpSpMkLst>
            <pc:docMk/>
            <pc:sldMk cId="2472060389" sldId="264"/>
            <ac:grpSpMk id="37" creationId="{0A31B6AF-B711-4CDB-8C2B-16E963DDC4C5}"/>
          </ac:grpSpMkLst>
        </pc:grpChg>
      </pc:sldChg>
      <pc:sldChg chg="addSp delSp modSp mod modTransition setBg">
        <pc:chgData name="MERVE GÜNDOĞDU" userId="508a701c-2695-47b1-836c-2ebb7eb571de" providerId="ADAL" clId="{0791CBED-D250-47FD-9E7B-F4A3432A2EAE}" dt="2026-01-26T12:31:24.950" v="1136"/>
        <pc:sldMkLst>
          <pc:docMk/>
          <pc:sldMk cId="1798472369" sldId="265"/>
        </pc:sldMkLst>
        <pc:spChg chg="mod">
          <ac:chgData name="MERVE GÜNDOĞDU" userId="508a701c-2695-47b1-836c-2ebb7eb571de" providerId="ADAL" clId="{0791CBED-D250-47FD-9E7B-F4A3432A2EAE}" dt="2026-01-25T16:06:14.758" v="336" actId="26606"/>
          <ac:spMkLst>
            <pc:docMk/>
            <pc:sldMk cId="1798472369" sldId="265"/>
            <ac:spMk id="2" creationId="{02C0DBC1-B064-20E4-F1AE-0ACA79D09382}"/>
          </ac:spMkLst>
        </pc:spChg>
        <pc:spChg chg="del mod">
          <ac:chgData name="MERVE GÜNDOĞDU" userId="508a701c-2695-47b1-836c-2ebb7eb571de" providerId="ADAL" clId="{0791CBED-D250-47FD-9E7B-F4A3432A2EAE}" dt="2026-01-25T16:05:02.215" v="317"/>
          <ac:spMkLst>
            <pc:docMk/>
            <pc:sldMk cId="1798472369" sldId="265"/>
            <ac:spMk id="3" creationId="{3AA45839-E8E0-6536-6448-60E26CF55541}"/>
          </ac:spMkLst>
        </pc:spChg>
        <pc:spChg chg="add mod">
          <ac:chgData name="MERVE GÜNDOĞDU" userId="508a701c-2695-47b1-836c-2ebb7eb571de" providerId="ADAL" clId="{0791CBED-D250-47FD-9E7B-F4A3432A2EAE}" dt="2026-01-25T16:06:14.758" v="336" actId="26606"/>
          <ac:spMkLst>
            <pc:docMk/>
            <pc:sldMk cId="1798472369" sldId="265"/>
            <ac:spMk id="4" creationId="{8941F543-CE2B-F38A-5027-35C8D58367D7}"/>
          </ac:spMkLst>
        </pc:spChg>
        <pc:spChg chg="add del">
          <ac:chgData name="MERVE GÜNDOĞDU" userId="508a701c-2695-47b1-836c-2ebb7eb571de" providerId="ADAL" clId="{0791CBED-D250-47FD-9E7B-F4A3432A2EAE}" dt="2026-01-25T16:06:09.325" v="327" actId="26606"/>
          <ac:spMkLst>
            <pc:docMk/>
            <pc:sldMk cId="1798472369" sldId="265"/>
            <ac:spMk id="11" creationId="{2B97F24A-32CE-4C1C-A50D-3016B394DCFB}"/>
          </ac:spMkLst>
        </pc:spChg>
        <pc:spChg chg="add del">
          <ac:chgData name="MERVE GÜNDOĞDU" userId="508a701c-2695-47b1-836c-2ebb7eb571de" providerId="ADAL" clId="{0791CBED-D250-47FD-9E7B-F4A3432A2EAE}" dt="2026-01-25T16:06:09.325" v="327" actId="26606"/>
          <ac:spMkLst>
            <pc:docMk/>
            <pc:sldMk cId="1798472369" sldId="265"/>
            <ac:spMk id="13" creationId="{CD8B4F24-440B-49E9-B85D-733523DC064B}"/>
          </ac:spMkLst>
        </pc:spChg>
        <pc:spChg chg="add del">
          <ac:chgData name="MERVE GÜNDOĞDU" userId="508a701c-2695-47b1-836c-2ebb7eb571de" providerId="ADAL" clId="{0791CBED-D250-47FD-9E7B-F4A3432A2EAE}" dt="2026-01-25T16:06:12.055" v="329" actId="26606"/>
          <ac:spMkLst>
            <pc:docMk/>
            <pc:sldMk cId="1798472369" sldId="265"/>
            <ac:spMk id="15" creationId="{9A0D773F-7A7D-4DBB-9DEA-86BB8B8F4BC8}"/>
          </ac:spMkLst>
        </pc:spChg>
        <pc:spChg chg="add del">
          <ac:chgData name="MERVE GÜNDOĞDU" userId="508a701c-2695-47b1-836c-2ebb7eb571de" providerId="ADAL" clId="{0791CBED-D250-47FD-9E7B-F4A3432A2EAE}" dt="2026-01-25T16:06:12.055" v="329" actId="26606"/>
          <ac:spMkLst>
            <pc:docMk/>
            <pc:sldMk cId="1798472369" sldId="265"/>
            <ac:spMk id="16" creationId="{7FF47CB7-972F-479F-A36D-9E72D26EC8DA}"/>
          </ac:spMkLst>
        </pc:spChg>
        <pc:spChg chg="add del">
          <ac:chgData name="MERVE GÜNDOĞDU" userId="508a701c-2695-47b1-836c-2ebb7eb571de" providerId="ADAL" clId="{0791CBED-D250-47FD-9E7B-F4A3432A2EAE}" dt="2026-01-25T16:06:12.055" v="329" actId="26606"/>
          <ac:spMkLst>
            <pc:docMk/>
            <pc:sldMk cId="1798472369" sldId="265"/>
            <ac:spMk id="17" creationId="{0D153B68-5844-490D-8E67-F616D6D721CA}"/>
          </ac:spMkLst>
        </pc:spChg>
        <pc:spChg chg="add del">
          <ac:chgData name="MERVE GÜNDOĞDU" userId="508a701c-2695-47b1-836c-2ebb7eb571de" providerId="ADAL" clId="{0791CBED-D250-47FD-9E7B-F4A3432A2EAE}" dt="2026-01-25T16:06:13.098" v="331" actId="26606"/>
          <ac:spMkLst>
            <pc:docMk/>
            <pc:sldMk cId="1798472369" sldId="265"/>
            <ac:spMk id="19" creationId="{2B97F24A-32CE-4C1C-A50D-3016B394DCFB}"/>
          </ac:spMkLst>
        </pc:spChg>
        <pc:spChg chg="add del">
          <ac:chgData name="MERVE GÜNDOĞDU" userId="508a701c-2695-47b1-836c-2ebb7eb571de" providerId="ADAL" clId="{0791CBED-D250-47FD-9E7B-F4A3432A2EAE}" dt="2026-01-25T16:06:13.098" v="331" actId="26606"/>
          <ac:spMkLst>
            <pc:docMk/>
            <pc:sldMk cId="1798472369" sldId="265"/>
            <ac:spMk id="20" creationId="{6357EC4F-235E-4222-A36F-C7878ACE37F2}"/>
          </ac:spMkLst>
        </pc:spChg>
        <pc:spChg chg="add del">
          <ac:chgData name="MERVE GÜNDOĞDU" userId="508a701c-2695-47b1-836c-2ebb7eb571de" providerId="ADAL" clId="{0791CBED-D250-47FD-9E7B-F4A3432A2EAE}" dt="2026-01-25T16:06:13.765" v="333" actId="26606"/>
          <ac:spMkLst>
            <pc:docMk/>
            <pc:sldMk cId="1798472369" sldId="265"/>
            <ac:spMk id="22" creationId="{7FF47CB7-972F-479F-A36D-9E72D26EC8DA}"/>
          </ac:spMkLst>
        </pc:spChg>
        <pc:spChg chg="add del">
          <ac:chgData name="MERVE GÜNDOĞDU" userId="508a701c-2695-47b1-836c-2ebb7eb571de" providerId="ADAL" clId="{0791CBED-D250-47FD-9E7B-F4A3432A2EAE}" dt="2026-01-25T16:06:13.765" v="333" actId="26606"/>
          <ac:spMkLst>
            <pc:docMk/>
            <pc:sldMk cId="1798472369" sldId="265"/>
            <ac:spMk id="23" creationId="{0D153B68-5844-490D-8E67-F616D6D721CA}"/>
          </ac:spMkLst>
        </pc:spChg>
        <pc:spChg chg="add del">
          <ac:chgData name="MERVE GÜNDOĞDU" userId="508a701c-2695-47b1-836c-2ebb7eb571de" providerId="ADAL" clId="{0791CBED-D250-47FD-9E7B-F4A3432A2EAE}" dt="2026-01-25T16:06:13.765" v="333" actId="26606"/>
          <ac:spMkLst>
            <pc:docMk/>
            <pc:sldMk cId="1798472369" sldId="265"/>
            <ac:spMk id="24" creationId="{9A0D773F-7A7D-4DBB-9DEA-86BB8B8F4BC8}"/>
          </ac:spMkLst>
        </pc:spChg>
        <pc:spChg chg="add del">
          <ac:chgData name="MERVE GÜNDOĞDU" userId="508a701c-2695-47b1-836c-2ebb7eb571de" providerId="ADAL" clId="{0791CBED-D250-47FD-9E7B-F4A3432A2EAE}" dt="2026-01-25T16:06:14.705" v="335" actId="26606"/>
          <ac:spMkLst>
            <pc:docMk/>
            <pc:sldMk cId="1798472369" sldId="265"/>
            <ac:spMk id="26" creationId="{2B97F24A-32CE-4C1C-A50D-3016B394DCFB}"/>
          </ac:spMkLst>
        </pc:spChg>
        <pc:spChg chg="add del">
          <ac:chgData name="MERVE GÜNDOĞDU" userId="508a701c-2695-47b1-836c-2ebb7eb571de" providerId="ADAL" clId="{0791CBED-D250-47FD-9E7B-F4A3432A2EAE}" dt="2026-01-25T16:06:14.705" v="335" actId="26606"/>
          <ac:spMkLst>
            <pc:docMk/>
            <pc:sldMk cId="1798472369" sldId="265"/>
            <ac:spMk id="27" creationId="{6357EC4F-235E-4222-A36F-C7878ACE37F2}"/>
          </ac:spMkLst>
        </pc:spChg>
        <pc:spChg chg="add">
          <ac:chgData name="MERVE GÜNDOĞDU" userId="508a701c-2695-47b1-836c-2ebb7eb571de" providerId="ADAL" clId="{0791CBED-D250-47FD-9E7B-F4A3432A2EAE}" dt="2026-01-25T16:06:14.758" v="336" actId="26606"/>
          <ac:spMkLst>
            <pc:docMk/>
            <pc:sldMk cId="1798472369" sldId="265"/>
            <ac:spMk id="29" creationId="{7FF47CB7-972F-479F-A36D-9E72D26EC8DA}"/>
          </ac:spMkLst>
        </pc:spChg>
        <pc:spChg chg="add">
          <ac:chgData name="MERVE GÜNDOĞDU" userId="508a701c-2695-47b1-836c-2ebb7eb571de" providerId="ADAL" clId="{0791CBED-D250-47FD-9E7B-F4A3432A2EAE}" dt="2026-01-25T16:06:14.758" v="336" actId="26606"/>
          <ac:spMkLst>
            <pc:docMk/>
            <pc:sldMk cId="1798472369" sldId="265"/>
            <ac:spMk id="30" creationId="{0D153B68-5844-490D-8E67-F616D6D721CA}"/>
          </ac:spMkLst>
        </pc:spChg>
        <pc:spChg chg="add">
          <ac:chgData name="MERVE GÜNDOĞDU" userId="508a701c-2695-47b1-836c-2ebb7eb571de" providerId="ADAL" clId="{0791CBED-D250-47FD-9E7B-F4A3432A2EAE}" dt="2026-01-25T16:06:14.758" v="336" actId="26606"/>
          <ac:spMkLst>
            <pc:docMk/>
            <pc:sldMk cId="1798472369" sldId="265"/>
            <ac:spMk id="31" creationId="{9A0D773F-7A7D-4DBB-9DEA-86BB8B8F4BC8}"/>
          </ac:spMkLst>
        </pc:spChg>
        <pc:picChg chg="add mod">
          <ac:chgData name="MERVE GÜNDOĞDU" userId="508a701c-2695-47b1-836c-2ebb7eb571de" providerId="ADAL" clId="{0791CBED-D250-47FD-9E7B-F4A3432A2EAE}" dt="2026-01-25T16:08:30.046" v="372" actId="14100"/>
          <ac:picMkLst>
            <pc:docMk/>
            <pc:sldMk cId="1798472369" sldId="265"/>
            <ac:picMk id="6" creationId="{8C37FD32-BE53-BBFF-43AB-2073BF5F2C67}"/>
          </ac:picMkLst>
        </pc:picChg>
      </pc:sldChg>
      <pc:sldChg chg="addSp delSp modSp mod ord modTransition setBg">
        <pc:chgData name="MERVE GÜNDOĞDU" userId="508a701c-2695-47b1-836c-2ebb7eb571de" providerId="ADAL" clId="{0791CBED-D250-47FD-9E7B-F4A3432A2EAE}" dt="2026-01-26T12:31:24.950" v="1136"/>
        <pc:sldMkLst>
          <pc:docMk/>
          <pc:sldMk cId="3450156535" sldId="266"/>
        </pc:sldMkLst>
        <pc:spChg chg="mod">
          <ac:chgData name="MERVE GÜNDOĞDU" userId="508a701c-2695-47b1-836c-2ebb7eb571de" providerId="ADAL" clId="{0791CBED-D250-47FD-9E7B-F4A3432A2EAE}" dt="2026-01-26T12:15:30.882" v="1121" actId="20577"/>
          <ac:spMkLst>
            <pc:docMk/>
            <pc:sldMk cId="3450156535" sldId="266"/>
            <ac:spMk id="2" creationId="{B22F6143-DD2D-B3E4-C777-DFFEF0F039D2}"/>
          </ac:spMkLst>
        </pc:spChg>
        <pc:spChg chg="del mod">
          <ac:chgData name="MERVE GÜNDOĞDU" userId="508a701c-2695-47b1-836c-2ebb7eb571de" providerId="ADAL" clId="{0791CBED-D250-47FD-9E7B-F4A3432A2EAE}" dt="2026-01-26T12:14:08.037" v="1109"/>
          <ac:spMkLst>
            <pc:docMk/>
            <pc:sldMk cId="3450156535" sldId="266"/>
            <ac:spMk id="3" creationId="{B7F6DA3A-3885-D371-2A21-C66480F98800}"/>
          </ac:spMkLst>
        </pc:spChg>
        <pc:spChg chg="add mod">
          <ac:chgData name="MERVE GÜNDOĞDU" userId="508a701c-2695-47b1-836c-2ebb7eb571de" providerId="ADAL" clId="{0791CBED-D250-47FD-9E7B-F4A3432A2EAE}" dt="2026-01-26T12:15:53.679" v="1128"/>
          <ac:spMkLst>
            <pc:docMk/>
            <pc:sldMk cId="3450156535" sldId="266"/>
            <ac:spMk id="5" creationId="{E7187550-3619-5CB1-72A9-04A8BBDC5E7D}"/>
          </ac:spMkLst>
        </pc:spChg>
        <pc:spChg chg="add">
          <ac:chgData name="MERVE GÜNDOĞDU" userId="508a701c-2695-47b1-836c-2ebb7eb571de" providerId="ADAL" clId="{0791CBED-D250-47FD-9E7B-F4A3432A2EAE}" dt="2026-01-26T12:14:47.669" v="1112" actId="26606"/>
          <ac:spMkLst>
            <pc:docMk/>
            <pc:sldMk cId="3450156535" sldId="266"/>
            <ac:spMk id="9" creationId="{53B021B3-DE93-4AB7-8A18-CF5F1CED88B8}"/>
          </ac:spMkLst>
        </pc:spChg>
        <pc:spChg chg="add">
          <ac:chgData name="MERVE GÜNDOĞDU" userId="508a701c-2695-47b1-836c-2ebb7eb571de" providerId="ADAL" clId="{0791CBED-D250-47FD-9E7B-F4A3432A2EAE}" dt="2026-01-26T12:14:47.669" v="1112" actId="26606"/>
          <ac:spMkLst>
            <pc:docMk/>
            <pc:sldMk cId="3450156535" sldId="266"/>
            <ac:spMk id="11" creationId="{52D502E5-F6B4-4D58-B4AE-FC466FF15EE8}"/>
          </ac:spMkLst>
        </pc:spChg>
        <pc:spChg chg="add">
          <ac:chgData name="MERVE GÜNDOĞDU" userId="508a701c-2695-47b1-836c-2ebb7eb571de" providerId="ADAL" clId="{0791CBED-D250-47FD-9E7B-F4A3432A2EAE}" dt="2026-01-26T12:14:47.669" v="1112" actId="26606"/>
          <ac:spMkLst>
            <pc:docMk/>
            <pc:sldMk cId="3450156535" sldId="266"/>
            <ac:spMk id="13" creationId="{9DECDBF4-02B6-4BB4-B65B-B8107AD6A9E8}"/>
          </ac:spMkLst>
        </pc:spChg>
        <pc:graphicFrameChg chg="add mod modGraphic">
          <ac:chgData name="MERVE GÜNDOĞDU" userId="508a701c-2695-47b1-836c-2ebb7eb571de" providerId="ADAL" clId="{0791CBED-D250-47FD-9E7B-F4A3432A2EAE}" dt="2026-01-26T12:15:45.482" v="1126" actId="1076"/>
          <ac:graphicFrameMkLst>
            <pc:docMk/>
            <pc:sldMk cId="3450156535" sldId="266"/>
            <ac:graphicFrameMk id="4" creationId="{B227D9B6-4B70-23EB-F90D-91C92F98148A}"/>
          </ac:graphicFrameMkLst>
        </pc:graphicFrameChg>
      </pc:sldChg>
      <pc:sldChg chg="addSp delSp modSp new mod modTransition setBg">
        <pc:chgData name="MERVE GÜNDOĞDU" userId="508a701c-2695-47b1-836c-2ebb7eb571de" providerId="ADAL" clId="{0791CBED-D250-47FD-9E7B-F4A3432A2EAE}" dt="2026-01-26T12:31:24.950" v="1136"/>
        <pc:sldMkLst>
          <pc:docMk/>
          <pc:sldMk cId="52863081" sldId="267"/>
        </pc:sldMkLst>
        <pc:spChg chg="mod">
          <ac:chgData name="MERVE GÜNDOĞDU" userId="508a701c-2695-47b1-836c-2ebb7eb571de" providerId="ADAL" clId="{0791CBED-D250-47FD-9E7B-F4A3432A2EAE}" dt="2026-01-25T16:09:27.084" v="380" actId="1076"/>
          <ac:spMkLst>
            <pc:docMk/>
            <pc:sldMk cId="52863081" sldId="267"/>
            <ac:spMk id="2" creationId="{30F96672-1589-DAB0-BFB0-963BCEE3496B}"/>
          </ac:spMkLst>
        </pc:spChg>
        <pc:spChg chg="del">
          <ac:chgData name="MERVE GÜNDOĞDU" userId="508a701c-2695-47b1-836c-2ebb7eb571de" providerId="ADAL" clId="{0791CBED-D250-47FD-9E7B-F4A3432A2EAE}" dt="2026-01-25T16:07:47.486" v="359"/>
          <ac:spMkLst>
            <pc:docMk/>
            <pc:sldMk cId="52863081" sldId="267"/>
            <ac:spMk id="3" creationId="{BE0560EE-3EFF-5DB9-755F-7E6551951FD2}"/>
          </ac:spMkLst>
        </pc:spChg>
        <pc:spChg chg="add mod">
          <ac:chgData name="MERVE GÜNDOĞDU" userId="508a701c-2695-47b1-836c-2ebb7eb571de" providerId="ADAL" clId="{0791CBED-D250-47FD-9E7B-F4A3432A2EAE}" dt="2026-01-25T16:08:13.050" v="367" actId="26606"/>
          <ac:spMkLst>
            <pc:docMk/>
            <pc:sldMk cId="52863081" sldId="267"/>
            <ac:spMk id="4" creationId="{8038B4C0-40E1-1112-259F-EEFFD0B77361}"/>
          </ac:spMkLst>
        </pc:spChg>
        <pc:spChg chg="add del">
          <ac:chgData name="MERVE GÜNDOĞDU" userId="508a701c-2695-47b1-836c-2ebb7eb571de" providerId="ADAL" clId="{0791CBED-D250-47FD-9E7B-F4A3432A2EAE}" dt="2026-01-25T16:08:10.401" v="364" actId="26606"/>
          <ac:spMkLst>
            <pc:docMk/>
            <pc:sldMk cId="52863081" sldId="267"/>
            <ac:spMk id="11" creationId="{7FF47CB7-972F-479F-A36D-9E72D26EC8DA}"/>
          </ac:spMkLst>
        </pc:spChg>
        <pc:spChg chg="add del">
          <ac:chgData name="MERVE GÜNDOĞDU" userId="508a701c-2695-47b1-836c-2ebb7eb571de" providerId="ADAL" clId="{0791CBED-D250-47FD-9E7B-F4A3432A2EAE}" dt="2026-01-25T16:08:10.401" v="364" actId="26606"/>
          <ac:spMkLst>
            <pc:docMk/>
            <pc:sldMk cId="52863081" sldId="267"/>
            <ac:spMk id="13" creationId="{0D153B68-5844-490D-8E67-F616D6D721CA}"/>
          </ac:spMkLst>
        </pc:spChg>
        <pc:spChg chg="add del">
          <ac:chgData name="MERVE GÜNDOĞDU" userId="508a701c-2695-47b1-836c-2ebb7eb571de" providerId="ADAL" clId="{0791CBED-D250-47FD-9E7B-F4A3432A2EAE}" dt="2026-01-25T16:08:10.401" v="364" actId="26606"/>
          <ac:spMkLst>
            <pc:docMk/>
            <pc:sldMk cId="52863081" sldId="267"/>
            <ac:spMk id="15" creationId="{9A0D773F-7A7D-4DBB-9DEA-86BB8B8F4BC8}"/>
          </ac:spMkLst>
        </pc:spChg>
        <pc:spChg chg="add del">
          <ac:chgData name="MERVE GÜNDOĞDU" userId="508a701c-2695-47b1-836c-2ebb7eb571de" providerId="ADAL" clId="{0791CBED-D250-47FD-9E7B-F4A3432A2EAE}" dt="2026-01-25T16:08:12.999" v="366" actId="26606"/>
          <ac:spMkLst>
            <pc:docMk/>
            <pc:sldMk cId="52863081" sldId="267"/>
            <ac:spMk id="17" creationId="{743AA782-23D1-4521-8CAD-47662984AA08}"/>
          </ac:spMkLst>
        </pc:spChg>
        <pc:spChg chg="add del">
          <ac:chgData name="MERVE GÜNDOĞDU" userId="508a701c-2695-47b1-836c-2ebb7eb571de" providerId="ADAL" clId="{0791CBED-D250-47FD-9E7B-F4A3432A2EAE}" dt="2026-01-25T16:08:12.999" v="366" actId="26606"/>
          <ac:spMkLst>
            <pc:docMk/>
            <pc:sldMk cId="52863081" sldId="267"/>
            <ac:spMk id="18" creationId="{71877DBC-BB60-40F0-AC93-2ACDBAAE60CE}"/>
          </ac:spMkLst>
        </pc:spChg>
        <pc:spChg chg="add">
          <ac:chgData name="MERVE GÜNDOĞDU" userId="508a701c-2695-47b1-836c-2ebb7eb571de" providerId="ADAL" clId="{0791CBED-D250-47FD-9E7B-F4A3432A2EAE}" dt="2026-01-25T16:08:13.050" v="367" actId="26606"/>
          <ac:spMkLst>
            <pc:docMk/>
            <pc:sldMk cId="52863081" sldId="267"/>
            <ac:spMk id="20" creationId="{7FF47CB7-972F-479F-A36D-9E72D26EC8DA}"/>
          </ac:spMkLst>
        </pc:spChg>
        <pc:spChg chg="add">
          <ac:chgData name="MERVE GÜNDOĞDU" userId="508a701c-2695-47b1-836c-2ebb7eb571de" providerId="ADAL" clId="{0791CBED-D250-47FD-9E7B-F4A3432A2EAE}" dt="2026-01-25T16:08:13.050" v="367" actId="26606"/>
          <ac:spMkLst>
            <pc:docMk/>
            <pc:sldMk cId="52863081" sldId="267"/>
            <ac:spMk id="21" creationId="{0D153B68-5844-490D-8E67-F616D6D721CA}"/>
          </ac:spMkLst>
        </pc:spChg>
        <pc:spChg chg="add">
          <ac:chgData name="MERVE GÜNDOĞDU" userId="508a701c-2695-47b1-836c-2ebb7eb571de" providerId="ADAL" clId="{0791CBED-D250-47FD-9E7B-F4A3432A2EAE}" dt="2026-01-25T16:08:13.050" v="367" actId="26606"/>
          <ac:spMkLst>
            <pc:docMk/>
            <pc:sldMk cId="52863081" sldId="267"/>
            <ac:spMk id="22" creationId="{9A0D773F-7A7D-4DBB-9DEA-86BB8B8F4BC8}"/>
          </ac:spMkLst>
        </pc:spChg>
        <pc:picChg chg="add mod">
          <ac:chgData name="MERVE GÜNDOĞDU" userId="508a701c-2695-47b1-836c-2ebb7eb571de" providerId="ADAL" clId="{0791CBED-D250-47FD-9E7B-F4A3432A2EAE}" dt="2026-01-25T16:08:21.811" v="369" actId="14100"/>
          <ac:picMkLst>
            <pc:docMk/>
            <pc:sldMk cId="52863081" sldId="267"/>
            <ac:picMk id="6" creationId="{D3051E6F-177A-EF78-75CC-6A07AA457059}"/>
          </ac:picMkLst>
        </pc:picChg>
      </pc:sldChg>
      <pc:sldChg chg="addSp modSp new del mod setBg">
        <pc:chgData name="MERVE GÜNDOĞDU" userId="508a701c-2695-47b1-836c-2ebb7eb571de" providerId="ADAL" clId="{0791CBED-D250-47FD-9E7B-F4A3432A2EAE}" dt="2026-01-25T15:53:30.339" v="284" actId="2696"/>
        <pc:sldMkLst>
          <pc:docMk/>
          <pc:sldMk cId="2031806075" sldId="267"/>
        </pc:sldMkLst>
      </pc:sldChg>
      <pc:sldChg chg="addSp modSp new del mod">
        <pc:chgData name="MERVE GÜNDOĞDU" userId="508a701c-2695-47b1-836c-2ebb7eb571de" providerId="ADAL" clId="{0791CBED-D250-47FD-9E7B-F4A3432A2EAE}" dt="2026-01-25T19:35:33.664" v="585" actId="2696"/>
        <pc:sldMkLst>
          <pc:docMk/>
          <pc:sldMk cId="3096574489" sldId="268"/>
        </pc:sldMkLst>
        <pc:spChg chg="mod">
          <ac:chgData name="MERVE GÜNDOĞDU" userId="508a701c-2695-47b1-836c-2ebb7eb571de" providerId="ADAL" clId="{0791CBED-D250-47FD-9E7B-F4A3432A2EAE}" dt="2026-01-25T19:33:41.938" v="547" actId="21"/>
          <ac:spMkLst>
            <pc:docMk/>
            <pc:sldMk cId="3096574489" sldId="268"/>
            <ac:spMk id="2" creationId="{FAE26320-B9CD-E00D-9D9B-78ED393BF204}"/>
          </ac:spMkLst>
        </pc:spChg>
        <pc:spChg chg="mod">
          <ac:chgData name="MERVE GÜNDOĞDU" userId="508a701c-2695-47b1-836c-2ebb7eb571de" providerId="ADAL" clId="{0791CBED-D250-47FD-9E7B-F4A3432A2EAE}" dt="2026-01-25T19:32:43.134" v="544" actId="20577"/>
          <ac:spMkLst>
            <pc:docMk/>
            <pc:sldMk cId="3096574489" sldId="268"/>
            <ac:spMk id="3" creationId="{BAEA6925-0C51-533E-7260-244998869FFA}"/>
          </ac:spMkLst>
        </pc:spChg>
        <pc:spChg chg="add mod">
          <ac:chgData name="MERVE GÜNDOĞDU" userId="508a701c-2695-47b1-836c-2ebb7eb571de" providerId="ADAL" clId="{0791CBED-D250-47FD-9E7B-F4A3432A2EAE}" dt="2026-01-25T19:31:51.674" v="506" actId="20577"/>
          <ac:spMkLst>
            <pc:docMk/>
            <pc:sldMk cId="3096574489" sldId="268"/>
            <ac:spMk id="4" creationId="{A9A43538-7941-E076-5F8F-269FF39A2831}"/>
          </ac:spMkLst>
        </pc:spChg>
      </pc:sldChg>
      <pc:sldChg chg="addSp delSp modSp add mod modTransition setBg">
        <pc:chgData name="MERVE GÜNDOĞDU" userId="508a701c-2695-47b1-836c-2ebb7eb571de" providerId="ADAL" clId="{0791CBED-D250-47FD-9E7B-F4A3432A2EAE}" dt="2026-01-26T12:31:24.950" v="1136"/>
        <pc:sldMkLst>
          <pc:docMk/>
          <pc:sldMk cId="553005766" sldId="269"/>
        </pc:sldMkLst>
        <pc:spChg chg="mod">
          <ac:chgData name="MERVE GÜNDOĞDU" userId="508a701c-2695-47b1-836c-2ebb7eb571de" providerId="ADAL" clId="{0791CBED-D250-47FD-9E7B-F4A3432A2EAE}" dt="2026-01-25T19:36:06.311" v="591" actId="207"/>
          <ac:spMkLst>
            <pc:docMk/>
            <pc:sldMk cId="553005766" sldId="269"/>
            <ac:spMk id="2" creationId="{077D2750-5A52-033A-A8EC-236541C1CF27}"/>
          </ac:spMkLst>
        </pc:spChg>
        <pc:spChg chg="add del mod">
          <ac:chgData name="MERVE GÜNDOĞDU" userId="508a701c-2695-47b1-836c-2ebb7eb571de" providerId="ADAL" clId="{0791CBED-D250-47FD-9E7B-F4A3432A2EAE}" dt="2026-01-25T19:34:40.698" v="578"/>
          <ac:spMkLst>
            <pc:docMk/>
            <pc:sldMk cId="553005766" sldId="269"/>
            <ac:spMk id="3" creationId="{A9218A18-24E0-FE12-6135-ADA25E23068B}"/>
          </ac:spMkLst>
        </pc:spChg>
        <pc:spChg chg="mod">
          <ac:chgData name="MERVE GÜNDOĞDU" userId="508a701c-2695-47b1-836c-2ebb7eb571de" providerId="ADAL" clId="{0791CBED-D250-47FD-9E7B-F4A3432A2EAE}" dt="2026-01-25T19:34:24.323" v="574" actId="1076"/>
          <ac:spMkLst>
            <pc:docMk/>
            <pc:sldMk cId="553005766" sldId="269"/>
            <ac:spMk id="4" creationId="{9A2BFABC-6753-B81B-AEE8-47BE6DF4EE4E}"/>
          </ac:spMkLst>
        </pc:spChg>
        <pc:spChg chg="add mod">
          <ac:chgData name="MERVE GÜNDOĞDU" userId="508a701c-2695-47b1-836c-2ebb7eb571de" providerId="ADAL" clId="{0791CBED-D250-47FD-9E7B-F4A3432A2EAE}" dt="2026-01-25T19:35:06.813" v="581" actId="403"/>
          <ac:spMkLst>
            <pc:docMk/>
            <pc:sldMk cId="553005766" sldId="269"/>
            <ac:spMk id="5" creationId="{70EB644B-5FBB-D40B-9FD0-697DEE7599C0}"/>
          </ac:spMkLst>
        </pc:spChg>
        <pc:picChg chg="del">
          <ac:chgData name="MERVE GÜNDOĞDU" userId="508a701c-2695-47b1-836c-2ebb7eb571de" providerId="ADAL" clId="{0791CBED-D250-47FD-9E7B-F4A3432A2EAE}" dt="2026-01-25T19:34:28.073" v="575" actId="21"/>
          <ac:picMkLst>
            <pc:docMk/>
            <pc:sldMk cId="553005766" sldId="269"/>
            <ac:picMk id="6" creationId="{5C553667-FABA-9E23-B7D9-2C5CBF3B3F7C}"/>
          </ac:picMkLst>
        </pc:picChg>
      </pc:sldChg>
      <pc:sldMasterChg chg="modTransition setBg modSldLayout">
        <pc:chgData name="MERVE GÜNDOĞDU" userId="508a701c-2695-47b1-836c-2ebb7eb571de" providerId="ADAL" clId="{0791CBED-D250-47FD-9E7B-F4A3432A2EAE}" dt="2026-01-26T12:31:24.950" v="1136"/>
        <pc:sldMasterMkLst>
          <pc:docMk/>
          <pc:sldMasterMk cId="2069676528" sldId="2147483648"/>
        </pc:sldMasterMkLst>
        <pc:sldLayoutChg chg="modTransition setBg">
          <pc:chgData name="MERVE GÜNDOĞDU" userId="508a701c-2695-47b1-836c-2ebb7eb571de" providerId="ADAL" clId="{0791CBED-D250-47FD-9E7B-F4A3432A2EAE}" dt="2026-01-26T12:31:24.950" v="1136"/>
          <pc:sldLayoutMkLst>
            <pc:docMk/>
            <pc:sldMasterMk cId="2069676528" sldId="2147483648"/>
            <pc:sldLayoutMk cId="3899605222" sldId="2147483649"/>
          </pc:sldLayoutMkLst>
        </pc:sldLayoutChg>
        <pc:sldLayoutChg chg="modTransition setBg">
          <pc:chgData name="MERVE GÜNDOĞDU" userId="508a701c-2695-47b1-836c-2ebb7eb571de" providerId="ADAL" clId="{0791CBED-D250-47FD-9E7B-F4A3432A2EAE}" dt="2026-01-26T12:31:24.950" v="1136"/>
          <pc:sldLayoutMkLst>
            <pc:docMk/>
            <pc:sldMasterMk cId="2069676528" sldId="2147483648"/>
            <pc:sldLayoutMk cId="3043235121" sldId="2147483650"/>
          </pc:sldLayoutMkLst>
        </pc:sldLayoutChg>
        <pc:sldLayoutChg chg="modTransition setBg">
          <pc:chgData name="MERVE GÜNDOĞDU" userId="508a701c-2695-47b1-836c-2ebb7eb571de" providerId="ADAL" clId="{0791CBED-D250-47FD-9E7B-F4A3432A2EAE}" dt="2026-01-26T12:31:24.950" v="1136"/>
          <pc:sldLayoutMkLst>
            <pc:docMk/>
            <pc:sldMasterMk cId="2069676528" sldId="2147483648"/>
            <pc:sldLayoutMk cId="817360816" sldId="2147483651"/>
          </pc:sldLayoutMkLst>
        </pc:sldLayoutChg>
        <pc:sldLayoutChg chg="modTransition setBg">
          <pc:chgData name="MERVE GÜNDOĞDU" userId="508a701c-2695-47b1-836c-2ebb7eb571de" providerId="ADAL" clId="{0791CBED-D250-47FD-9E7B-F4A3432A2EAE}" dt="2026-01-26T12:31:24.950" v="1136"/>
          <pc:sldLayoutMkLst>
            <pc:docMk/>
            <pc:sldMasterMk cId="2069676528" sldId="2147483648"/>
            <pc:sldLayoutMk cId="493731590" sldId="2147483652"/>
          </pc:sldLayoutMkLst>
        </pc:sldLayoutChg>
        <pc:sldLayoutChg chg="modTransition setBg">
          <pc:chgData name="MERVE GÜNDOĞDU" userId="508a701c-2695-47b1-836c-2ebb7eb571de" providerId="ADAL" clId="{0791CBED-D250-47FD-9E7B-F4A3432A2EAE}" dt="2026-01-26T12:31:24.950" v="1136"/>
          <pc:sldLayoutMkLst>
            <pc:docMk/>
            <pc:sldMasterMk cId="2069676528" sldId="2147483648"/>
            <pc:sldLayoutMk cId="3303600029" sldId="2147483653"/>
          </pc:sldLayoutMkLst>
        </pc:sldLayoutChg>
        <pc:sldLayoutChg chg="modTransition setBg">
          <pc:chgData name="MERVE GÜNDOĞDU" userId="508a701c-2695-47b1-836c-2ebb7eb571de" providerId="ADAL" clId="{0791CBED-D250-47FD-9E7B-F4A3432A2EAE}" dt="2026-01-26T12:31:24.950" v="1136"/>
          <pc:sldLayoutMkLst>
            <pc:docMk/>
            <pc:sldMasterMk cId="2069676528" sldId="2147483648"/>
            <pc:sldLayoutMk cId="3338663405" sldId="2147483654"/>
          </pc:sldLayoutMkLst>
        </pc:sldLayoutChg>
        <pc:sldLayoutChg chg="modTransition setBg">
          <pc:chgData name="MERVE GÜNDOĞDU" userId="508a701c-2695-47b1-836c-2ebb7eb571de" providerId="ADAL" clId="{0791CBED-D250-47FD-9E7B-F4A3432A2EAE}" dt="2026-01-26T12:31:24.950" v="1136"/>
          <pc:sldLayoutMkLst>
            <pc:docMk/>
            <pc:sldMasterMk cId="2069676528" sldId="2147483648"/>
            <pc:sldLayoutMk cId="378801335" sldId="2147483655"/>
          </pc:sldLayoutMkLst>
        </pc:sldLayoutChg>
        <pc:sldLayoutChg chg="modTransition setBg">
          <pc:chgData name="MERVE GÜNDOĞDU" userId="508a701c-2695-47b1-836c-2ebb7eb571de" providerId="ADAL" clId="{0791CBED-D250-47FD-9E7B-F4A3432A2EAE}" dt="2026-01-26T12:31:24.950" v="1136"/>
          <pc:sldLayoutMkLst>
            <pc:docMk/>
            <pc:sldMasterMk cId="2069676528" sldId="2147483648"/>
            <pc:sldLayoutMk cId="497167526" sldId="2147483656"/>
          </pc:sldLayoutMkLst>
        </pc:sldLayoutChg>
        <pc:sldLayoutChg chg="modTransition setBg">
          <pc:chgData name="MERVE GÜNDOĞDU" userId="508a701c-2695-47b1-836c-2ebb7eb571de" providerId="ADAL" clId="{0791CBED-D250-47FD-9E7B-F4A3432A2EAE}" dt="2026-01-26T12:31:24.950" v="1136"/>
          <pc:sldLayoutMkLst>
            <pc:docMk/>
            <pc:sldMasterMk cId="2069676528" sldId="2147483648"/>
            <pc:sldLayoutMk cId="3666141541" sldId="2147483657"/>
          </pc:sldLayoutMkLst>
        </pc:sldLayoutChg>
        <pc:sldLayoutChg chg="modTransition setBg">
          <pc:chgData name="MERVE GÜNDOĞDU" userId="508a701c-2695-47b1-836c-2ebb7eb571de" providerId="ADAL" clId="{0791CBED-D250-47FD-9E7B-F4A3432A2EAE}" dt="2026-01-26T12:31:24.950" v="1136"/>
          <pc:sldLayoutMkLst>
            <pc:docMk/>
            <pc:sldMasterMk cId="2069676528" sldId="2147483648"/>
            <pc:sldLayoutMk cId="1531968574" sldId="2147483658"/>
          </pc:sldLayoutMkLst>
        </pc:sldLayoutChg>
        <pc:sldLayoutChg chg="modTransition setBg">
          <pc:chgData name="MERVE GÜNDOĞDU" userId="508a701c-2695-47b1-836c-2ebb7eb571de" providerId="ADAL" clId="{0791CBED-D250-47FD-9E7B-F4A3432A2EAE}" dt="2026-01-26T12:31:24.950" v="1136"/>
          <pc:sldLayoutMkLst>
            <pc:docMk/>
            <pc:sldMasterMk cId="2069676528" sldId="2147483648"/>
            <pc:sldLayoutMk cId="814952593" sldId="214748365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8BD08-970F-95FD-F8F7-2EA2B83BE3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tr-TR"/>
          </a:p>
        </p:txBody>
      </p:sp>
      <p:sp>
        <p:nvSpPr>
          <p:cNvPr id="3" name="Subtitle 2">
            <a:extLst>
              <a:ext uri="{FF2B5EF4-FFF2-40B4-BE49-F238E27FC236}">
                <a16:creationId xmlns:a16="http://schemas.microsoft.com/office/drawing/2014/main" id="{FEFFD998-1F98-1A90-DEB2-19C2C4A59E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tr-TR"/>
          </a:p>
        </p:txBody>
      </p:sp>
      <p:sp>
        <p:nvSpPr>
          <p:cNvPr id="4" name="Date Placeholder 3">
            <a:extLst>
              <a:ext uri="{FF2B5EF4-FFF2-40B4-BE49-F238E27FC236}">
                <a16:creationId xmlns:a16="http://schemas.microsoft.com/office/drawing/2014/main" id="{495219F6-95D2-1092-62A4-CC10682092CC}"/>
              </a:ext>
            </a:extLst>
          </p:cNvPr>
          <p:cNvSpPr>
            <a:spLocks noGrp="1"/>
          </p:cNvSpPr>
          <p:nvPr>
            <p:ph type="dt" sz="half" idx="10"/>
          </p:nvPr>
        </p:nvSpPr>
        <p:spPr/>
        <p:txBody>
          <a:bodyPr/>
          <a:lstStyle/>
          <a:p>
            <a:fld id="{FD82840B-237A-4B7C-915B-83E1F557D919}" type="datetimeFigureOut">
              <a:rPr lang="tr-TR" smtClean="0"/>
              <a:t>26.01.2026</a:t>
            </a:fld>
            <a:endParaRPr lang="tr-TR"/>
          </a:p>
        </p:txBody>
      </p:sp>
      <p:sp>
        <p:nvSpPr>
          <p:cNvPr id="5" name="Footer Placeholder 4">
            <a:extLst>
              <a:ext uri="{FF2B5EF4-FFF2-40B4-BE49-F238E27FC236}">
                <a16:creationId xmlns:a16="http://schemas.microsoft.com/office/drawing/2014/main" id="{2DB67B3C-29EB-7655-9833-EDA6EC0CF4A9}"/>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52A4CB66-6397-A707-2B79-E8AC4F76D519}"/>
              </a:ext>
            </a:extLst>
          </p:cNvPr>
          <p:cNvSpPr>
            <a:spLocks noGrp="1"/>
          </p:cNvSpPr>
          <p:nvPr>
            <p:ph type="sldNum" sz="quarter" idx="12"/>
          </p:nvPr>
        </p:nvSpPr>
        <p:spPr/>
        <p:txBody>
          <a:bodyPr/>
          <a:lstStyle/>
          <a:p>
            <a:fld id="{54672FFA-C2A9-4FDC-B253-464113615B43}" type="slidenum">
              <a:rPr lang="tr-TR" smtClean="0"/>
              <a:t>‹#›</a:t>
            </a:fld>
            <a:endParaRPr lang="tr-TR"/>
          </a:p>
        </p:txBody>
      </p:sp>
    </p:spTree>
    <p:extLst>
      <p:ext uri="{BB962C8B-B14F-4D97-AF65-F5344CB8AC3E}">
        <p14:creationId xmlns:p14="http://schemas.microsoft.com/office/powerpoint/2010/main" val="38996052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DCA59-586E-E4C7-CA13-3F6CCE312EDD}"/>
              </a:ext>
            </a:extLst>
          </p:cNvPr>
          <p:cNvSpPr>
            <a:spLocks noGrp="1"/>
          </p:cNvSpPr>
          <p:nvPr>
            <p:ph type="title"/>
          </p:nvPr>
        </p:nvSpPr>
        <p:spPr/>
        <p:txBody>
          <a:bodyPr/>
          <a:lstStyle/>
          <a:p>
            <a:r>
              <a:rPr lang="en-US"/>
              <a:t>Click to edit Master title style</a:t>
            </a:r>
            <a:endParaRPr lang="tr-TR"/>
          </a:p>
        </p:txBody>
      </p:sp>
      <p:sp>
        <p:nvSpPr>
          <p:cNvPr id="3" name="Content Placeholder 2">
            <a:extLst>
              <a:ext uri="{FF2B5EF4-FFF2-40B4-BE49-F238E27FC236}">
                <a16:creationId xmlns:a16="http://schemas.microsoft.com/office/drawing/2014/main" id="{488F3E11-22EF-458C-4DE5-9C7C1D1D2A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03691D12-1739-B060-E31F-727237DD67D1}"/>
              </a:ext>
            </a:extLst>
          </p:cNvPr>
          <p:cNvSpPr>
            <a:spLocks noGrp="1"/>
          </p:cNvSpPr>
          <p:nvPr>
            <p:ph type="dt" sz="half" idx="10"/>
          </p:nvPr>
        </p:nvSpPr>
        <p:spPr/>
        <p:txBody>
          <a:bodyPr/>
          <a:lstStyle/>
          <a:p>
            <a:fld id="{FD82840B-237A-4B7C-915B-83E1F557D919}" type="datetimeFigureOut">
              <a:rPr lang="tr-TR" smtClean="0"/>
              <a:t>26.01.2026</a:t>
            </a:fld>
            <a:endParaRPr lang="tr-TR"/>
          </a:p>
        </p:txBody>
      </p:sp>
      <p:sp>
        <p:nvSpPr>
          <p:cNvPr id="5" name="Footer Placeholder 4">
            <a:extLst>
              <a:ext uri="{FF2B5EF4-FFF2-40B4-BE49-F238E27FC236}">
                <a16:creationId xmlns:a16="http://schemas.microsoft.com/office/drawing/2014/main" id="{FA21423E-E008-3D17-1C3C-51A9873815C4}"/>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BBF1074E-6C88-5E16-82D6-C6AF1FCCC2F5}"/>
              </a:ext>
            </a:extLst>
          </p:cNvPr>
          <p:cNvSpPr>
            <a:spLocks noGrp="1"/>
          </p:cNvSpPr>
          <p:nvPr>
            <p:ph type="sldNum" sz="quarter" idx="12"/>
          </p:nvPr>
        </p:nvSpPr>
        <p:spPr/>
        <p:txBody>
          <a:bodyPr/>
          <a:lstStyle/>
          <a:p>
            <a:fld id="{54672FFA-C2A9-4FDC-B253-464113615B43}" type="slidenum">
              <a:rPr lang="tr-TR" smtClean="0"/>
              <a:t>‹#›</a:t>
            </a:fld>
            <a:endParaRPr lang="tr-TR"/>
          </a:p>
        </p:txBody>
      </p:sp>
    </p:spTree>
    <p:extLst>
      <p:ext uri="{BB962C8B-B14F-4D97-AF65-F5344CB8AC3E}">
        <p14:creationId xmlns:p14="http://schemas.microsoft.com/office/powerpoint/2010/main" val="30432351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B4706-DD3C-7627-CC40-B5F3EE3F2E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tr-TR"/>
          </a:p>
        </p:txBody>
      </p:sp>
      <p:sp>
        <p:nvSpPr>
          <p:cNvPr id="3" name="Text Placeholder 2">
            <a:extLst>
              <a:ext uri="{FF2B5EF4-FFF2-40B4-BE49-F238E27FC236}">
                <a16:creationId xmlns:a16="http://schemas.microsoft.com/office/drawing/2014/main" id="{3A48917E-C5E3-F188-50DD-A44B4C280E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0775D5-15C8-2033-BBC3-93EAF08C515C}"/>
              </a:ext>
            </a:extLst>
          </p:cNvPr>
          <p:cNvSpPr>
            <a:spLocks noGrp="1"/>
          </p:cNvSpPr>
          <p:nvPr>
            <p:ph type="dt" sz="half" idx="10"/>
          </p:nvPr>
        </p:nvSpPr>
        <p:spPr/>
        <p:txBody>
          <a:bodyPr/>
          <a:lstStyle/>
          <a:p>
            <a:fld id="{FD82840B-237A-4B7C-915B-83E1F557D919}" type="datetimeFigureOut">
              <a:rPr lang="tr-TR" smtClean="0"/>
              <a:t>26.01.2026</a:t>
            </a:fld>
            <a:endParaRPr lang="tr-TR"/>
          </a:p>
        </p:txBody>
      </p:sp>
      <p:sp>
        <p:nvSpPr>
          <p:cNvPr id="5" name="Footer Placeholder 4">
            <a:extLst>
              <a:ext uri="{FF2B5EF4-FFF2-40B4-BE49-F238E27FC236}">
                <a16:creationId xmlns:a16="http://schemas.microsoft.com/office/drawing/2014/main" id="{26F5A031-CF64-DAB3-A5B3-4923AED90C69}"/>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82C8BF14-4804-22C1-0CDF-A545D2A5205A}"/>
              </a:ext>
            </a:extLst>
          </p:cNvPr>
          <p:cNvSpPr>
            <a:spLocks noGrp="1"/>
          </p:cNvSpPr>
          <p:nvPr>
            <p:ph type="sldNum" sz="quarter" idx="12"/>
          </p:nvPr>
        </p:nvSpPr>
        <p:spPr/>
        <p:txBody>
          <a:bodyPr/>
          <a:lstStyle/>
          <a:p>
            <a:fld id="{54672FFA-C2A9-4FDC-B253-464113615B43}" type="slidenum">
              <a:rPr lang="tr-TR" smtClean="0"/>
              <a:t>‹#›</a:t>
            </a:fld>
            <a:endParaRPr lang="tr-TR"/>
          </a:p>
        </p:txBody>
      </p:sp>
    </p:spTree>
    <p:extLst>
      <p:ext uri="{BB962C8B-B14F-4D97-AF65-F5344CB8AC3E}">
        <p14:creationId xmlns:p14="http://schemas.microsoft.com/office/powerpoint/2010/main" val="8173608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E127F-1695-3549-8224-41F51265B617}"/>
              </a:ext>
            </a:extLst>
          </p:cNvPr>
          <p:cNvSpPr>
            <a:spLocks noGrp="1"/>
          </p:cNvSpPr>
          <p:nvPr>
            <p:ph type="title"/>
          </p:nvPr>
        </p:nvSpPr>
        <p:spPr/>
        <p:txBody>
          <a:bodyPr/>
          <a:lstStyle/>
          <a:p>
            <a:r>
              <a:rPr lang="en-US"/>
              <a:t>Click to edit Master title style</a:t>
            </a:r>
            <a:endParaRPr lang="tr-TR"/>
          </a:p>
        </p:txBody>
      </p:sp>
      <p:sp>
        <p:nvSpPr>
          <p:cNvPr id="3" name="Content Placeholder 2">
            <a:extLst>
              <a:ext uri="{FF2B5EF4-FFF2-40B4-BE49-F238E27FC236}">
                <a16:creationId xmlns:a16="http://schemas.microsoft.com/office/drawing/2014/main" id="{C0541339-2AA7-613D-100C-5CEB3442A4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a:extLst>
              <a:ext uri="{FF2B5EF4-FFF2-40B4-BE49-F238E27FC236}">
                <a16:creationId xmlns:a16="http://schemas.microsoft.com/office/drawing/2014/main" id="{84BB6787-A8A9-8B15-81F1-6E18BACD67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Date Placeholder 4">
            <a:extLst>
              <a:ext uri="{FF2B5EF4-FFF2-40B4-BE49-F238E27FC236}">
                <a16:creationId xmlns:a16="http://schemas.microsoft.com/office/drawing/2014/main" id="{9027BEEA-0DE7-22B9-7927-C33D240A67A2}"/>
              </a:ext>
            </a:extLst>
          </p:cNvPr>
          <p:cNvSpPr>
            <a:spLocks noGrp="1"/>
          </p:cNvSpPr>
          <p:nvPr>
            <p:ph type="dt" sz="half" idx="10"/>
          </p:nvPr>
        </p:nvSpPr>
        <p:spPr/>
        <p:txBody>
          <a:bodyPr/>
          <a:lstStyle/>
          <a:p>
            <a:fld id="{FD82840B-237A-4B7C-915B-83E1F557D919}" type="datetimeFigureOut">
              <a:rPr lang="tr-TR" smtClean="0"/>
              <a:t>26.01.2026</a:t>
            </a:fld>
            <a:endParaRPr lang="tr-TR"/>
          </a:p>
        </p:txBody>
      </p:sp>
      <p:sp>
        <p:nvSpPr>
          <p:cNvPr id="6" name="Footer Placeholder 5">
            <a:extLst>
              <a:ext uri="{FF2B5EF4-FFF2-40B4-BE49-F238E27FC236}">
                <a16:creationId xmlns:a16="http://schemas.microsoft.com/office/drawing/2014/main" id="{56506133-F470-2A09-35B5-CB45D1DD863E}"/>
              </a:ext>
            </a:extLst>
          </p:cNvPr>
          <p:cNvSpPr>
            <a:spLocks noGrp="1"/>
          </p:cNvSpPr>
          <p:nvPr>
            <p:ph type="ftr" sz="quarter" idx="11"/>
          </p:nvPr>
        </p:nvSpPr>
        <p:spPr/>
        <p:txBody>
          <a:bodyPr/>
          <a:lstStyle/>
          <a:p>
            <a:endParaRPr lang="tr-TR"/>
          </a:p>
        </p:txBody>
      </p:sp>
      <p:sp>
        <p:nvSpPr>
          <p:cNvPr id="7" name="Slide Number Placeholder 6">
            <a:extLst>
              <a:ext uri="{FF2B5EF4-FFF2-40B4-BE49-F238E27FC236}">
                <a16:creationId xmlns:a16="http://schemas.microsoft.com/office/drawing/2014/main" id="{1893A079-51B3-E7BF-E3B6-D98950B2E583}"/>
              </a:ext>
            </a:extLst>
          </p:cNvPr>
          <p:cNvSpPr>
            <a:spLocks noGrp="1"/>
          </p:cNvSpPr>
          <p:nvPr>
            <p:ph type="sldNum" sz="quarter" idx="12"/>
          </p:nvPr>
        </p:nvSpPr>
        <p:spPr/>
        <p:txBody>
          <a:bodyPr/>
          <a:lstStyle/>
          <a:p>
            <a:fld id="{54672FFA-C2A9-4FDC-B253-464113615B43}" type="slidenum">
              <a:rPr lang="tr-TR" smtClean="0"/>
              <a:t>‹#›</a:t>
            </a:fld>
            <a:endParaRPr lang="tr-TR"/>
          </a:p>
        </p:txBody>
      </p:sp>
    </p:spTree>
    <p:extLst>
      <p:ext uri="{BB962C8B-B14F-4D97-AF65-F5344CB8AC3E}">
        <p14:creationId xmlns:p14="http://schemas.microsoft.com/office/powerpoint/2010/main" val="4937315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AE13E-DC22-4898-CCFF-32BA7868CD6F}"/>
              </a:ext>
            </a:extLst>
          </p:cNvPr>
          <p:cNvSpPr>
            <a:spLocks noGrp="1"/>
          </p:cNvSpPr>
          <p:nvPr>
            <p:ph type="title"/>
          </p:nvPr>
        </p:nvSpPr>
        <p:spPr>
          <a:xfrm>
            <a:off x="839788" y="365125"/>
            <a:ext cx="10515600" cy="1325563"/>
          </a:xfrm>
        </p:spPr>
        <p:txBody>
          <a:bodyPr/>
          <a:lstStyle/>
          <a:p>
            <a:r>
              <a:rPr lang="en-US"/>
              <a:t>Click to edit Master title style</a:t>
            </a:r>
            <a:endParaRPr lang="tr-TR"/>
          </a:p>
        </p:txBody>
      </p:sp>
      <p:sp>
        <p:nvSpPr>
          <p:cNvPr id="3" name="Text Placeholder 2">
            <a:extLst>
              <a:ext uri="{FF2B5EF4-FFF2-40B4-BE49-F238E27FC236}">
                <a16:creationId xmlns:a16="http://schemas.microsoft.com/office/drawing/2014/main" id="{9544CEA4-FA54-ECB7-6614-7FC66A2645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3CB2CA-54E8-35D2-37B6-015AC7D39A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a:extLst>
              <a:ext uri="{FF2B5EF4-FFF2-40B4-BE49-F238E27FC236}">
                <a16:creationId xmlns:a16="http://schemas.microsoft.com/office/drawing/2014/main" id="{145F443A-CE94-9EE8-DF11-1CB43B530D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E4AB0E-FA40-49BD-D4D1-9B144B7F0C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7" name="Date Placeholder 6">
            <a:extLst>
              <a:ext uri="{FF2B5EF4-FFF2-40B4-BE49-F238E27FC236}">
                <a16:creationId xmlns:a16="http://schemas.microsoft.com/office/drawing/2014/main" id="{05852629-AACA-0122-844F-9142806EAC3B}"/>
              </a:ext>
            </a:extLst>
          </p:cNvPr>
          <p:cNvSpPr>
            <a:spLocks noGrp="1"/>
          </p:cNvSpPr>
          <p:nvPr>
            <p:ph type="dt" sz="half" idx="10"/>
          </p:nvPr>
        </p:nvSpPr>
        <p:spPr/>
        <p:txBody>
          <a:bodyPr/>
          <a:lstStyle/>
          <a:p>
            <a:fld id="{FD82840B-237A-4B7C-915B-83E1F557D919}" type="datetimeFigureOut">
              <a:rPr lang="tr-TR" smtClean="0"/>
              <a:t>26.01.2026</a:t>
            </a:fld>
            <a:endParaRPr lang="tr-TR"/>
          </a:p>
        </p:txBody>
      </p:sp>
      <p:sp>
        <p:nvSpPr>
          <p:cNvPr id="8" name="Footer Placeholder 7">
            <a:extLst>
              <a:ext uri="{FF2B5EF4-FFF2-40B4-BE49-F238E27FC236}">
                <a16:creationId xmlns:a16="http://schemas.microsoft.com/office/drawing/2014/main" id="{3411865C-D34B-18D0-DD6D-1A25C88F0784}"/>
              </a:ext>
            </a:extLst>
          </p:cNvPr>
          <p:cNvSpPr>
            <a:spLocks noGrp="1"/>
          </p:cNvSpPr>
          <p:nvPr>
            <p:ph type="ftr" sz="quarter" idx="11"/>
          </p:nvPr>
        </p:nvSpPr>
        <p:spPr/>
        <p:txBody>
          <a:bodyPr/>
          <a:lstStyle/>
          <a:p>
            <a:endParaRPr lang="tr-TR"/>
          </a:p>
        </p:txBody>
      </p:sp>
      <p:sp>
        <p:nvSpPr>
          <p:cNvPr id="9" name="Slide Number Placeholder 8">
            <a:extLst>
              <a:ext uri="{FF2B5EF4-FFF2-40B4-BE49-F238E27FC236}">
                <a16:creationId xmlns:a16="http://schemas.microsoft.com/office/drawing/2014/main" id="{27374799-A61D-157D-9804-DB931D9B9ABE}"/>
              </a:ext>
            </a:extLst>
          </p:cNvPr>
          <p:cNvSpPr>
            <a:spLocks noGrp="1"/>
          </p:cNvSpPr>
          <p:nvPr>
            <p:ph type="sldNum" sz="quarter" idx="12"/>
          </p:nvPr>
        </p:nvSpPr>
        <p:spPr/>
        <p:txBody>
          <a:bodyPr/>
          <a:lstStyle/>
          <a:p>
            <a:fld id="{54672FFA-C2A9-4FDC-B253-464113615B43}" type="slidenum">
              <a:rPr lang="tr-TR" smtClean="0"/>
              <a:t>‹#›</a:t>
            </a:fld>
            <a:endParaRPr lang="tr-TR"/>
          </a:p>
        </p:txBody>
      </p:sp>
    </p:spTree>
    <p:extLst>
      <p:ext uri="{BB962C8B-B14F-4D97-AF65-F5344CB8AC3E}">
        <p14:creationId xmlns:p14="http://schemas.microsoft.com/office/powerpoint/2010/main" val="33036000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E1800-D59F-3FD4-9CC1-6516C95C7C49}"/>
              </a:ext>
            </a:extLst>
          </p:cNvPr>
          <p:cNvSpPr>
            <a:spLocks noGrp="1"/>
          </p:cNvSpPr>
          <p:nvPr>
            <p:ph type="title"/>
          </p:nvPr>
        </p:nvSpPr>
        <p:spPr/>
        <p:txBody>
          <a:bodyPr/>
          <a:lstStyle/>
          <a:p>
            <a:r>
              <a:rPr lang="en-US"/>
              <a:t>Click to edit Master title style</a:t>
            </a:r>
            <a:endParaRPr lang="tr-TR"/>
          </a:p>
        </p:txBody>
      </p:sp>
      <p:sp>
        <p:nvSpPr>
          <p:cNvPr id="3" name="Date Placeholder 2">
            <a:extLst>
              <a:ext uri="{FF2B5EF4-FFF2-40B4-BE49-F238E27FC236}">
                <a16:creationId xmlns:a16="http://schemas.microsoft.com/office/drawing/2014/main" id="{EFD81770-CDAB-8DF4-2DAA-86BB04D76FA1}"/>
              </a:ext>
            </a:extLst>
          </p:cNvPr>
          <p:cNvSpPr>
            <a:spLocks noGrp="1"/>
          </p:cNvSpPr>
          <p:nvPr>
            <p:ph type="dt" sz="half" idx="10"/>
          </p:nvPr>
        </p:nvSpPr>
        <p:spPr/>
        <p:txBody>
          <a:bodyPr/>
          <a:lstStyle/>
          <a:p>
            <a:fld id="{FD82840B-237A-4B7C-915B-83E1F557D919}" type="datetimeFigureOut">
              <a:rPr lang="tr-TR" smtClean="0"/>
              <a:t>26.01.2026</a:t>
            </a:fld>
            <a:endParaRPr lang="tr-TR"/>
          </a:p>
        </p:txBody>
      </p:sp>
      <p:sp>
        <p:nvSpPr>
          <p:cNvPr id="4" name="Footer Placeholder 3">
            <a:extLst>
              <a:ext uri="{FF2B5EF4-FFF2-40B4-BE49-F238E27FC236}">
                <a16:creationId xmlns:a16="http://schemas.microsoft.com/office/drawing/2014/main" id="{7DB64E37-D379-E5CE-2216-5FD1BF259349}"/>
              </a:ext>
            </a:extLst>
          </p:cNvPr>
          <p:cNvSpPr>
            <a:spLocks noGrp="1"/>
          </p:cNvSpPr>
          <p:nvPr>
            <p:ph type="ftr" sz="quarter" idx="11"/>
          </p:nvPr>
        </p:nvSpPr>
        <p:spPr/>
        <p:txBody>
          <a:bodyPr/>
          <a:lstStyle/>
          <a:p>
            <a:endParaRPr lang="tr-TR"/>
          </a:p>
        </p:txBody>
      </p:sp>
      <p:sp>
        <p:nvSpPr>
          <p:cNvPr id="5" name="Slide Number Placeholder 4">
            <a:extLst>
              <a:ext uri="{FF2B5EF4-FFF2-40B4-BE49-F238E27FC236}">
                <a16:creationId xmlns:a16="http://schemas.microsoft.com/office/drawing/2014/main" id="{DC15CD86-6A98-0E9C-1B05-91B6AEDFDCA1}"/>
              </a:ext>
            </a:extLst>
          </p:cNvPr>
          <p:cNvSpPr>
            <a:spLocks noGrp="1"/>
          </p:cNvSpPr>
          <p:nvPr>
            <p:ph type="sldNum" sz="quarter" idx="12"/>
          </p:nvPr>
        </p:nvSpPr>
        <p:spPr/>
        <p:txBody>
          <a:bodyPr/>
          <a:lstStyle/>
          <a:p>
            <a:fld id="{54672FFA-C2A9-4FDC-B253-464113615B43}" type="slidenum">
              <a:rPr lang="tr-TR" smtClean="0"/>
              <a:t>‹#›</a:t>
            </a:fld>
            <a:endParaRPr lang="tr-TR"/>
          </a:p>
        </p:txBody>
      </p:sp>
    </p:spTree>
    <p:extLst>
      <p:ext uri="{BB962C8B-B14F-4D97-AF65-F5344CB8AC3E}">
        <p14:creationId xmlns:p14="http://schemas.microsoft.com/office/powerpoint/2010/main" val="33386634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CE4A40-ED8D-BEE7-E236-94D393AC4F7C}"/>
              </a:ext>
            </a:extLst>
          </p:cNvPr>
          <p:cNvSpPr>
            <a:spLocks noGrp="1"/>
          </p:cNvSpPr>
          <p:nvPr>
            <p:ph type="dt" sz="half" idx="10"/>
          </p:nvPr>
        </p:nvSpPr>
        <p:spPr/>
        <p:txBody>
          <a:bodyPr/>
          <a:lstStyle/>
          <a:p>
            <a:fld id="{FD82840B-237A-4B7C-915B-83E1F557D919}" type="datetimeFigureOut">
              <a:rPr lang="tr-TR" smtClean="0"/>
              <a:t>26.01.2026</a:t>
            </a:fld>
            <a:endParaRPr lang="tr-TR"/>
          </a:p>
        </p:txBody>
      </p:sp>
      <p:sp>
        <p:nvSpPr>
          <p:cNvPr id="3" name="Footer Placeholder 2">
            <a:extLst>
              <a:ext uri="{FF2B5EF4-FFF2-40B4-BE49-F238E27FC236}">
                <a16:creationId xmlns:a16="http://schemas.microsoft.com/office/drawing/2014/main" id="{8CB65F8B-329E-10C3-AF26-28D146D3BE1D}"/>
              </a:ext>
            </a:extLst>
          </p:cNvPr>
          <p:cNvSpPr>
            <a:spLocks noGrp="1"/>
          </p:cNvSpPr>
          <p:nvPr>
            <p:ph type="ftr" sz="quarter" idx="11"/>
          </p:nvPr>
        </p:nvSpPr>
        <p:spPr/>
        <p:txBody>
          <a:bodyPr/>
          <a:lstStyle/>
          <a:p>
            <a:endParaRPr lang="tr-TR"/>
          </a:p>
        </p:txBody>
      </p:sp>
      <p:sp>
        <p:nvSpPr>
          <p:cNvPr id="4" name="Slide Number Placeholder 3">
            <a:extLst>
              <a:ext uri="{FF2B5EF4-FFF2-40B4-BE49-F238E27FC236}">
                <a16:creationId xmlns:a16="http://schemas.microsoft.com/office/drawing/2014/main" id="{DCB3FF18-C9D5-1101-7555-41CD633CF0CB}"/>
              </a:ext>
            </a:extLst>
          </p:cNvPr>
          <p:cNvSpPr>
            <a:spLocks noGrp="1"/>
          </p:cNvSpPr>
          <p:nvPr>
            <p:ph type="sldNum" sz="quarter" idx="12"/>
          </p:nvPr>
        </p:nvSpPr>
        <p:spPr/>
        <p:txBody>
          <a:bodyPr/>
          <a:lstStyle/>
          <a:p>
            <a:fld id="{54672FFA-C2A9-4FDC-B253-464113615B43}" type="slidenum">
              <a:rPr lang="tr-TR" smtClean="0"/>
              <a:t>‹#›</a:t>
            </a:fld>
            <a:endParaRPr lang="tr-TR"/>
          </a:p>
        </p:txBody>
      </p:sp>
    </p:spTree>
    <p:extLst>
      <p:ext uri="{BB962C8B-B14F-4D97-AF65-F5344CB8AC3E}">
        <p14:creationId xmlns:p14="http://schemas.microsoft.com/office/powerpoint/2010/main" val="3788013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4D13E-0BA3-9A25-D4CC-72E4D3906C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r-TR"/>
          </a:p>
        </p:txBody>
      </p:sp>
      <p:sp>
        <p:nvSpPr>
          <p:cNvPr id="3" name="Content Placeholder 2">
            <a:extLst>
              <a:ext uri="{FF2B5EF4-FFF2-40B4-BE49-F238E27FC236}">
                <a16:creationId xmlns:a16="http://schemas.microsoft.com/office/drawing/2014/main" id="{A5FB504B-5645-2B76-80DF-C30146AA28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Text Placeholder 3">
            <a:extLst>
              <a:ext uri="{FF2B5EF4-FFF2-40B4-BE49-F238E27FC236}">
                <a16:creationId xmlns:a16="http://schemas.microsoft.com/office/drawing/2014/main" id="{BAE17D46-49DD-F571-D2A6-EE71A0B1B9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D43EB3-7986-51F5-0438-E5D155E29A69}"/>
              </a:ext>
            </a:extLst>
          </p:cNvPr>
          <p:cNvSpPr>
            <a:spLocks noGrp="1"/>
          </p:cNvSpPr>
          <p:nvPr>
            <p:ph type="dt" sz="half" idx="10"/>
          </p:nvPr>
        </p:nvSpPr>
        <p:spPr/>
        <p:txBody>
          <a:bodyPr/>
          <a:lstStyle/>
          <a:p>
            <a:fld id="{FD82840B-237A-4B7C-915B-83E1F557D919}" type="datetimeFigureOut">
              <a:rPr lang="tr-TR" smtClean="0"/>
              <a:t>26.01.2026</a:t>
            </a:fld>
            <a:endParaRPr lang="tr-TR"/>
          </a:p>
        </p:txBody>
      </p:sp>
      <p:sp>
        <p:nvSpPr>
          <p:cNvPr id="6" name="Footer Placeholder 5">
            <a:extLst>
              <a:ext uri="{FF2B5EF4-FFF2-40B4-BE49-F238E27FC236}">
                <a16:creationId xmlns:a16="http://schemas.microsoft.com/office/drawing/2014/main" id="{D69C72A7-E414-B3D5-0841-2512A3D1A6DF}"/>
              </a:ext>
            </a:extLst>
          </p:cNvPr>
          <p:cNvSpPr>
            <a:spLocks noGrp="1"/>
          </p:cNvSpPr>
          <p:nvPr>
            <p:ph type="ftr" sz="quarter" idx="11"/>
          </p:nvPr>
        </p:nvSpPr>
        <p:spPr/>
        <p:txBody>
          <a:bodyPr/>
          <a:lstStyle/>
          <a:p>
            <a:endParaRPr lang="tr-TR"/>
          </a:p>
        </p:txBody>
      </p:sp>
      <p:sp>
        <p:nvSpPr>
          <p:cNvPr id="7" name="Slide Number Placeholder 6">
            <a:extLst>
              <a:ext uri="{FF2B5EF4-FFF2-40B4-BE49-F238E27FC236}">
                <a16:creationId xmlns:a16="http://schemas.microsoft.com/office/drawing/2014/main" id="{3C29AAF1-FF11-79D8-DF46-76148580EEB6}"/>
              </a:ext>
            </a:extLst>
          </p:cNvPr>
          <p:cNvSpPr>
            <a:spLocks noGrp="1"/>
          </p:cNvSpPr>
          <p:nvPr>
            <p:ph type="sldNum" sz="quarter" idx="12"/>
          </p:nvPr>
        </p:nvSpPr>
        <p:spPr/>
        <p:txBody>
          <a:bodyPr/>
          <a:lstStyle/>
          <a:p>
            <a:fld id="{54672FFA-C2A9-4FDC-B253-464113615B43}" type="slidenum">
              <a:rPr lang="tr-TR" smtClean="0"/>
              <a:t>‹#›</a:t>
            </a:fld>
            <a:endParaRPr lang="tr-TR"/>
          </a:p>
        </p:txBody>
      </p:sp>
    </p:spTree>
    <p:extLst>
      <p:ext uri="{BB962C8B-B14F-4D97-AF65-F5344CB8AC3E}">
        <p14:creationId xmlns:p14="http://schemas.microsoft.com/office/powerpoint/2010/main" val="4971675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27BD6-E1AD-D559-2F5E-84D4C0E8F0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r-TR"/>
          </a:p>
        </p:txBody>
      </p:sp>
      <p:sp>
        <p:nvSpPr>
          <p:cNvPr id="3" name="Picture Placeholder 2">
            <a:extLst>
              <a:ext uri="{FF2B5EF4-FFF2-40B4-BE49-F238E27FC236}">
                <a16:creationId xmlns:a16="http://schemas.microsoft.com/office/drawing/2014/main" id="{AC7A7AFF-8F91-E104-8A38-FC3FC26477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Text Placeholder 3">
            <a:extLst>
              <a:ext uri="{FF2B5EF4-FFF2-40B4-BE49-F238E27FC236}">
                <a16:creationId xmlns:a16="http://schemas.microsoft.com/office/drawing/2014/main" id="{D5684388-7AF2-EF8C-1C6D-FD57FB4C16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BD7A6E-E38F-59EB-9301-3A3B8743806A}"/>
              </a:ext>
            </a:extLst>
          </p:cNvPr>
          <p:cNvSpPr>
            <a:spLocks noGrp="1"/>
          </p:cNvSpPr>
          <p:nvPr>
            <p:ph type="dt" sz="half" idx="10"/>
          </p:nvPr>
        </p:nvSpPr>
        <p:spPr/>
        <p:txBody>
          <a:bodyPr/>
          <a:lstStyle/>
          <a:p>
            <a:fld id="{FD82840B-237A-4B7C-915B-83E1F557D919}" type="datetimeFigureOut">
              <a:rPr lang="tr-TR" smtClean="0"/>
              <a:t>26.01.2026</a:t>
            </a:fld>
            <a:endParaRPr lang="tr-TR"/>
          </a:p>
        </p:txBody>
      </p:sp>
      <p:sp>
        <p:nvSpPr>
          <p:cNvPr id="6" name="Footer Placeholder 5">
            <a:extLst>
              <a:ext uri="{FF2B5EF4-FFF2-40B4-BE49-F238E27FC236}">
                <a16:creationId xmlns:a16="http://schemas.microsoft.com/office/drawing/2014/main" id="{58B6F6C8-7AC6-36D9-477C-0F24A4E4CDF7}"/>
              </a:ext>
            </a:extLst>
          </p:cNvPr>
          <p:cNvSpPr>
            <a:spLocks noGrp="1"/>
          </p:cNvSpPr>
          <p:nvPr>
            <p:ph type="ftr" sz="quarter" idx="11"/>
          </p:nvPr>
        </p:nvSpPr>
        <p:spPr/>
        <p:txBody>
          <a:bodyPr/>
          <a:lstStyle/>
          <a:p>
            <a:endParaRPr lang="tr-TR"/>
          </a:p>
        </p:txBody>
      </p:sp>
      <p:sp>
        <p:nvSpPr>
          <p:cNvPr id="7" name="Slide Number Placeholder 6">
            <a:extLst>
              <a:ext uri="{FF2B5EF4-FFF2-40B4-BE49-F238E27FC236}">
                <a16:creationId xmlns:a16="http://schemas.microsoft.com/office/drawing/2014/main" id="{C3CF85B5-D302-53F2-FC56-6FC1FB749487}"/>
              </a:ext>
            </a:extLst>
          </p:cNvPr>
          <p:cNvSpPr>
            <a:spLocks noGrp="1"/>
          </p:cNvSpPr>
          <p:nvPr>
            <p:ph type="sldNum" sz="quarter" idx="12"/>
          </p:nvPr>
        </p:nvSpPr>
        <p:spPr/>
        <p:txBody>
          <a:bodyPr/>
          <a:lstStyle/>
          <a:p>
            <a:fld id="{54672FFA-C2A9-4FDC-B253-464113615B43}" type="slidenum">
              <a:rPr lang="tr-TR" smtClean="0"/>
              <a:t>‹#›</a:t>
            </a:fld>
            <a:endParaRPr lang="tr-TR"/>
          </a:p>
        </p:txBody>
      </p:sp>
    </p:spTree>
    <p:extLst>
      <p:ext uri="{BB962C8B-B14F-4D97-AF65-F5344CB8AC3E}">
        <p14:creationId xmlns:p14="http://schemas.microsoft.com/office/powerpoint/2010/main" val="36661415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69228-E5AF-37A9-AD59-EFDA09D8E877}"/>
              </a:ext>
            </a:extLst>
          </p:cNvPr>
          <p:cNvSpPr>
            <a:spLocks noGrp="1"/>
          </p:cNvSpPr>
          <p:nvPr>
            <p:ph type="title"/>
          </p:nvPr>
        </p:nvSpPr>
        <p:spPr/>
        <p:txBody>
          <a:bodyPr/>
          <a:lstStyle/>
          <a:p>
            <a:r>
              <a:rPr lang="en-US"/>
              <a:t>Click to edit Master title style</a:t>
            </a:r>
            <a:endParaRPr lang="tr-TR"/>
          </a:p>
        </p:txBody>
      </p:sp>
      <p:sp>
        <p:nvSpPr>
          <p:cNvPr id="3" name="Vertical Text Placeholder 2">
            <a:extLst>
              <a:ext uri="{FF2B5EF4-FFF2-40B4-BE49-F238E27FC236}">
                <a16:creationId xmlns:a16="http://schemas.microsoft.com/office/drawing/2014/main" id="{DBCC5640-47B3-8EC4-FA14-162BE2C967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CB16E3C0-2C57-A4F6-9811-8D7FCB4E09AB}"/>
              </a:ext>
            </a:extLst>
          </p:cNvPr>
          <p:cNvSpPr>
            <a:spLocks noGrp="1"/>
          </p:cNvSpPr>
          <p:nvPr>
            <p:ph type="dt" sz="half" idx="10"/>
          </p:nvPr>
        </p:nvSpPr>
        <p:spPr/>
        <p:txBody>
          <a:bodyPr/>
          <a:lstStyle/>
          <a:p>
            <a:fld id="{FD82840B-237A-4B7C-915B-83E1F557D919}" type="datetimeFigureOut">
              <a:rPr lang="tr-TR" smtClean="0"/>
              <a:t>26.01.2026</a:t>
            </a:fld>
            <a:endParaRPr lang="tr-TR"/>
          </a:p>
        </p:txBody>
      </p:sp>
      <p:sp>
        <p:nvSpPr>
          <p:cNvPr id="5" name="Footer Placeholder 4">
            <a:extLst>
              <a:ext uri="{FF2B5EF4-FFF2-40B4-BE49-F238E27FC236}">
                <a16:creationId xmlns:a16="http://schemas.microsoft.com/office/drawing/2014/main" id="{A30F49A4-6D30-17D2-72E7-9D834938BC4A}"/>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ABC9B284-D12E-8D5C-D2B7-2DB5BC9EDAAC}"/>
              </a:ext>
            </a:extLst>
          </p:cNvPr>
          <p:cNvSpPr>
            <a:spLocks noGrp="1"/>
          </p:cNvSpPr>
          <p:nvPr>
            <p:ph type="sldNum" sz="quarter" idx="12"/>
          </p:nvPr>
        </p:nvSpPr>
        <p:spPr/>
        <p:txBody>
          <a:bodyPr/>
          <a:lstStyle/>
          <a:p>
            <a:fld id="{54672FFA-C2A9-4FDC-B253-464113615B43}" type="slidenum">
              <a:rPr lang="tr-TR" smtClean="0"/>
              <a:t>‹#›</a:t>
            </a:fld>
            <a:endParaRPr lang="tr-TR"/>
          </a:p>
        </p:txBody>
      </p:sp>
    </p:spTree>
    <p:extLst>
      <p:ext uri="{BB962C8B-B14F-4D97-AF65-F5344CB8AC3E}">
        <p14:creationId xmlns:p14="http://schemas.microsoft.com/office/powerpoint/2010/main" val="15319685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2E2C41-8FC6-8FE3-53F5-40531B58A62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tr-TR"/>
          </a:p>
        </p:txBody>
      </p:sp>
      <p:sp>
        <p:nvSpPr>
          <p:cNvPr id="3" name="Vertical Text Placeholder 2">
            <a:extLst>
              <a:ext uri="{FF2B5EF4-FFF2-40B4-BE49-F238E27FC236}">
                <a16:creationId xmlns:a16="http://schemas.microsoft.com/office/drawing/2014/main" id="{6DBDC5FF-6382-8DC3-285F-184AD4EC98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A36A153B-E33D-4E57-3098-B25D61F07BBC}"/>
              </a:ext>
            </a:extLst>
          </p:cNvPr>
          <p:cNvSpPr>
            <a:spLocks noGrp="1"/>
          </p:cNvSpPr>
          <p:nvPr>
            <p:ph type="dt" sz="half" idx="10"/>
          </p:nvPr>
        </p:nvSpPr>
        <p:spPr/>
        <p:txBody>
          <a:bodyPr/>
          <a:lstStyle/>
          <a:p>
            <a:fld id="{FD82840B-237A-4B7C-915B-83E1F557D919}" type="datetimeFigureOut">
              <a:rPr lang="tr-TR" smtClean="0"/>
              <a:t>26.01.2026</a:t>
            </a:fld>
            <a:endParaRPr lang="tr-TR"/>
          </a:p>
        </p:txBody>
      </p:sp>
      <p:sp>
        <p:nvSpPr>
          <p:cNvPr id="5" name="Footer Placeholder 4">
            <a:extLst>
              <a:ext uri="{FF2B5EF4-FFF2-40B4-BE49-F238E27FC236}">
                <a16:creationId xmlns:a16="http://schemas.microsoft.com/office/drawing/2014/main" id="{EB156D6D-51AC-E839-6B8D-930DCBA88874}"/>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C7889A85-6D76-8049-29DE-EE95A97DF865}"/>
              </a:ext>
            </a:extLst>
          </p:cNvPr>
          <p:cNvSpPr>
            <a:spLocks noGrp="1"/>
          </p:cNvSpPr>
          <p:nvPr>
            <p:ph type="sldNum" sz="quarter" idx="12"/>
          </p:nvPr>
        </p:nvSpPr>
        <p:spPr/>
        <p:txBody>
          <a:bodyPr/>
          <a:lstStyle/>
          <a:p>
            <a:fld id="{54672FFA-C2A9-4FDC-B253-464113615B43}" type="slidenum">
              <a:rPr lang="tr-TR" smtClean="0"/>
              <a:t>‹#›</a:t>
            </a:fld>
            <a:endParaRPr lang="tr-TR"/>
          </a:p>
        </p:txBody>
      </p:sp>
    </p:spTree>
    <p:extLst>
      <p:ext uri="{BB962C8B-B14F-4D97-AF65-F5344CB8AC3E}">
        <p14:creationId xmlns:p14="http://schemas.microsoft.com/office/powerpoint/2010/main" val="8149525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A17F0C-63B9-B5E4-3E53-60692D4E46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tr-TR"/>
          </a:p>
        </p:txBody>
      </p:sp>
      <p:sp>
        <p:nvSpPr>
          <p:cNvPr id="3" name="Text Placeholder 2">
            <a:extLst>
              <a:ext uri="{FF2B5EF4-FFF2-40B4-BE49-F238E27FC236}">
                <a16:creationId xmlns:a16="http://schemas.microsoft.com/office/drawing/2014/main" id="{104545D4-F944-4DA7-37FE-A2AE6D0052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65DB70A9-F554-CDDC-D6F1-589B8F628E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D82840B-237A-4B7C-915B-83E1F557D919}" type="datetimeFigureOut">
              <a:rPr lang="tr-TR" smtClean="0"/>
              <a:t>26.01.2026</a:t>
            </a:fld>
            <a:endParaRPr lang="tr-TR"/>
          </a:p>
        </p:txBody>
      </p:sp>
      <p:sp>
        <p:nvSpPr>
          <p:cNvPr id="5" name="Footer Placeholder 4">
            <a:extLst>
              <a:ext uri="{FF2B5EF4-FFF2-40B4-BE49-F238E27FC236}">
                <a16:creationId xmlns:a16="http://schemas.microsoft.com/office/drawing/2014/main" id="{7D6A2FA7-9E49-530C-624B-05B3421C79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ide Number Placeholder 5">
            <a:extLst>
              <a:ext uri="{FF2B5EF4-FFF2-40B4-BE49-F238E27FC236}">
                <a16:creationId xmlns:a16="http://schemas.microsoft.com/office/drawing/2014/main" id="{2158BF9C-8144-7147-FC84-CE06D5B3FE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672FFA-C2A9-4FDC-B253-464113615B43}" type="slidenum">
              <a:rPr lang="tr-TR" smtClean="0"/>
              <a:t>‹#›</a:t>
            </a:fld>
            <a:endParaRPr lang="tr-TR"/>
          </a:p>
        </p:txBody>
      </p:sp>
    </p:spTree>
    <p:extLst>
      <p:ext uri="{BB962C8B-B14F-4D97-AF65-F5344CB8AC3E}">
        <p14:creationId xmlns:p14="http://schemas.microsoft.com/office/powerpoint/2010/main" val="20696765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ryhackme.com/room/cryptographybasics" TargetMode="External"/><Relationship Id="rId2" Type="http://schemas.openxmlformats.org/officeDocument/2006/relationships/hyperlink" Target="https://tryhackme.com/room/cryptographyfordummies" TargetMode="Externa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datamarket.com.tr/sozluk/md5/" TargetMode="External"/><Relationship Id="rId7" Type="http://schemas.openxmlformats.org/officeDocument/2006/relationships/hyperlink" Target="https://crackstation.net/" TargetMode="External"/><Relationship Id="rId2" Type="http://schemas.openxmlformats.org/officeDocument/2006/relationships/hyperlink" Target="https://www.datamarket.com.tr/sozluk/veri/" TargetMode="External"/><Relationship Id="rId1" Type="http://schemas.openxmlformats.org/officeDocument/2006/relationships/slideLayout" Target="../slideLayouts/slideLayout2.xml"/><Relationship Id="rId6" Type="http://schemas.openxmlformats.org/officeDocument/2006/relationships/hyperlink" Target="https://toolbox.itsec.tamu.edu/" TargetMode="External"/><Relationship Id="rId5" Type="http://schemas.openxmlformats.org/officeDocument/2006/relationships/hyperlink" Target="https://www.datamarket.com.tr/sozluk/sha-256/" TargetMode="External"/><Relationship Id="rId4" Type="http://schemas.openxmlformats.org/officeDocument/2006/relationships/hyperlink" Target="https://www.datamarket.com.tr/sozluk/sha/"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cryptii.com/pipes/caesar-cipher"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59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612BE5FB-8D55-1588-A686-814E651D6B23}"/>
              </a:ext>
            </a:extLst>
          </p:cNvPr>
          <p:cNvSpPr>
            <a:spLocks noGrp="1"/>
          </p:cNvSpPr>
          <p:nvPr>
            <p:ph type="ctrTitle"/>
          </p:nvPr>
        </p:nvSpPr>
        <p:spPr>
          <a:xfrm>
            <a:off x="-1256445" y="189091"/>
            <a:ext cx="8359485" cy="895998"/>
          </a:xfrm>
        </p:spPr>
        <p:txBody>
          <a:bodyPr anchor="b">
            <a:normAutofit/>
          </a:bodyPr>
          <a:lstStyle/>
          <a:p>
            <a:r>
              <a:rPr lang="tr-TR" sz="5200" dirty="0" err="1">
                <a:solidFill>
                  <a:schemeClr val="tx1">
                    <a:lumMod val="75000"/>
                    <a:lumOff val="25000"/>
                  </a:schemeClr>
                </a:solidFill>
              </a:rPr>
              <a:t>Bootcamp</a:t>
            </a:r>
            <a:r>
              <a:rPr lang="tr-TR" sz="5200" dirty="0">
                <a:solidFill>
                  <a:schemeClr val="tx1">
                    <a:lumMod val="75000"/>
                    <a:lumOff val="25000"/>
                  </a:schemeClr>
                </a:solidFill>
              </a:rPr>
              <a:t> 1.Gün</a:t>
            </a:r>
          </a:p>
        </p:txBody>
      </p:sp>
      <p:sp>
        <p:nvSpPr>
          <p:cNvPr id="3" name="Subtitle 2">
            <a:extLst>
              <a:ext uri="{FF2B5EF4-FFF2-40B4-BE49-F238E27FC236}">
                <a16:creationId xmlns:a16="http://schemas.microsoft.com/office/drawing/2014/main" id="{E675705D-3351-DA96-D885-94B7D1ED2BE5}"/>
              </a:ext>
            </a:extLst>
          </p:cNvPr>
          <p:cNvSpPr>
            <a:spLocks noGrp="1"/>
          </p:cNvSpPr>
          <p:nvPr>
            <p:ph type="subTitle" idx="1"/>
          </p:nvPr>
        </p:nvSpPr>
        <p:spPr>
          <a:xfrm>
            <a:off x="7113596" y="5948517"/>
            <a:ext cx="5188034" cy="757844"/>
          </a:xfrm>
        </p:spPr>
        <p:txBody>
          <a:bodyPr>
            <a:normAutofit fontScale="92500" lnSpcReduction="10000"/>
          </a:bodyPr>
          <a:lstStyle/>
          <a:p>
            <a:r>
              <a:rPr lang="tr-TR" sz="2600" dirty="0">
                <a:solidFill>
                  <a:schemeClr val="tx1">
                    <a:lumMod val="75000"/>
                    <a:lumOff val="25000"/>
                  </a:schemeClr>
                </a:solidFill>
              </a:rPr>
              <a:t>Merve Gündoğdu – SKY SEC </a:t>
            </a:r>
          </a:p>
          <a:p>
            <a:r>
              <a:rPr lang="tr-TR" sz="1900" dirty="0">
                <a:solidFill>
                  <a:schemeClr val="tx1">
                    <a:lumMod val="75000"/>
                    <a:lumOff val="25000"/>
                  </a:schemeClr>
                </a:solidFill>
              </a:rPr>
              <a:t>Matematik Mühendisliği 2.Sınıf </a:t>
            </a: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TextBox 3">
            <a:extLst>
              <a:ext uri="{FF2B5EF4-FFF2-40B4-BE49-F238E27FC236}">
                <a16:creationId xmlns:a16="http://schemas.microsoft.com/office/drawing/2014/main" id="{9DFBE3E3-BB51-616D-0CF6-5C408F812270}"/>
              </a:ext>
            </a:extLst>
          </p:cNvPr>
          <p:cNvSpPr txBox="1"/>
          <p:nvPr/>
        </p:nvSpPr>
        <p:spPr>
          <a:xfrm>
            <a:off x="863602" y="1387095"/>
            <a:ext cx="9767847" cy="3077766"/>
          </a:xfrm>
          <a:prstGeom prst="rect">
            <a:avLst/>
          </a:prstGeom>
          <a:noFill/>
        </p:spPr>
        <p:txBody>
          <a:bodyPr wrap="square" rtlCol="0">
            <a:spAutoFit/>
          </a:bodyPr>
          <a:lstStyle/>
          <a:p>
            <a:pPr marL="457200" indent="-457200">
              <a:buFont typeface="Arial" panose="020B0604020202020204" pitchFamily="34" charset="0"/>
              <a:buChar char="•"/>
            </a:pPr>
            <a:r>
              <a:rPr lang="tr-TR" sz="2800" dirty="0" err="1">
                <a:solidFill>
                  <a:schemeClr val="tx1">
                    <a:lumMod val="75000"/>
                    <a:lumOff val="25000"/>
                  </a:schemeClr>
                </a:solidFill>
              </a:rPr>
              <a:t>Cryptography</a:t>
            </a:r>
            <a:r>
              <a:rPr lang="tr-TR" sz="2800" dirty="0">
                <a:solidFill>
                  <a:schemeClr val="tx1">
                    <a:lumMod val="75000"/>
                    <a:lumOff val="25000"/>
                  </a:schemeClr>
                </a:solidFill>
              </a:rPr>
              <a:t> </a:t>
            </a:r>
            <a:r>
              <a:rPr lang="tr-TR" sz="2800" dirty="0" err="1">
                <a:solidFill>
                  <a:schemeClr val="tx1">
                    <a:lumMod val="75000"/>
                    <a:lumOff val="25000"/>
                  </a:schemeClr>
                </a:solidFill>
              </a:rPr>
              <a:t>for</a:t>
            </a:r>
            <a:r>
              <a:rPr lang="tr-TR" sz="2800" dirty="0">
                <a:solidFill>
                  <a:schemeClr val="tx1">
                    <a:lumMod val="75000"/>
                    <a:lumOff val="25000"/>
                  </a:schemeClr>
                </a:solidFill>
              </a:rPr>
              <a:t> </a:t>
            </a:r>
            <a:r>
              <a:rPr lang="tr-TR" sz="2800" dirty="0" err="1">
                <a:solidFill>
                  <a:schemeClr val="tx1">
                    <a:lumMod val="75000"/>
                    <a:lumOff val="25000"/>
                  </a:schemeClr>
                </a:solidFill>
              </a:rPr>
              <a:t>Dummies</a:t>
            </a:r>
            <a:endParaRPr lang="tr-TR" sz="2800" dirty="0">
              <a:solidFill>
                <a:schemeClr val="tx1">
                  <a:lumMod val="75000"/>
                  <a:lumOff val="25000"/>
                </a:schemeClr>
              </a:solidFill>
            </a:endParaRPr>
          </a:p>
          <a:p>
            <a:r>
              <a:rPr lang="tr-TR" sz="1600" dirty="0"/>
              <a:t>          </a:t>
            </a:r>
            <a:r>
              <a:rPr lang="tr-TR" sz="1400" dirty="0">
                <a:solidFill>
                  <a:schemeClr val="tx1">
                    <a:lumMod val="75000"/>
                    <a:lumOff val="25000"/>
                  </a:schemeClr>
                </a:solidFill>
                <a:hlinkClick r:id="rId2"/>
              </a:rPr>
              <a:t>https://tryhackme.com/room/cryptographyfordummies</a:t>
            </a:r>
            <a:endParaRPr lang="tr-TR" sz="1400" dirty="0">
              <a:solidFill>
                <a:schemeClr val="tx1">
                  <a:lumMod val="75000"/>
                  <a:lumOff val="25000"/>
                </a:schemeClr>
              </a:solidFill>
            </a:endParaRPr>
          </a:p>
          <a:p>
            <a:endParaRPr lang="tr-TR" sz="1400" dirty="0">
              <a:solidFill>
                <a:schemeClr val="tx1">
                  <a:lumMod val="75000"/>
                  <a:lumOff val="25000"/>
                </a:schemeClr>
              </a:solidFill>
            </a:endParaRPr>
          </a:p>
          <a:p>
            <a:endParaRPr lang="tr-TR" sz="2800" dirty="0">
              <a:solidFill>
                <a:schemeClr val="tx1">
                  <a:lumMod val="75000"/>
                  <a:lumOff val="25000"/>
                </a:schemeClr>
              </a:solidFill>
            </a:endParaRPr>
          </a:p>
          <a:p>
            <a:pPr marL="457200" indent="-457200">
              <a:buFont typeface="Arial" panose="020B0604020202020204" pitchFamily="34" charset="0"/>
              <a:buChar char="•"/>
            </a:pPr>
            <a:r>
              <a:rPr lang="tr-TR" sz="2800" dirty="0" err="1">
                <a:solidFill>
                  <a:schemeClr val="tx1">
                    <a:lumMod val="75000"/>
                    <a:lumOff val="25000"/>
                  </a:schemeClr>
                </a:solidFill>
              </a:rPr>
              <a:t>Cryptography</a:t>
            </a:r>
            <a:r>
              <a:rPr lang="tr-TR" sz="2800" dirty="0">
                <a:solidFill>
                  <a:schemeClr val="tx1">
                    <a:lumMod val="75000"/>
                    <a:lumOff val="25000"/>
                  </a:schemeClr>
                </a:solidFill>
              </a:rPr>
              <a:t> Basics</a:t>
            </a:r>
          </a:p>
          <a:p>
            <a:r>
              <a:rPr lang="tr-TR" sz="1400" dirty="0">
                <a:solidFill>
                  <a:schemeClr val="tx1">
                    <a:lumMod val="75000"/>
                    <a:lumOff val="25000"/>
                  </a:schemeClr>
                </a:solidFill>
              </a:rPr>
              <a:t>            </a:t>
            </a:r>
            <a:r>
              <a:rPr lang="tr-TR" sz="1400" dirty="0">
                <a:solidFill>
                  <a:schemeClr val="tx1">
                    <a:lumMod val="75000"/>
                    <a:lumOff val="25000"/>
                  </a:schemeClr>
                </a:solidFill>
                <a:hlinkClick r:id="rId3"/>
              </a:rPr>
              <a:t>https://tryhackme.com/room/cryptographybasics</a:t>
            </a:r>
            <a:endParaRPr lang="tr-TR" sz="1400" dirty="0">
              <a:solidFill>
                <a:schemeClr val="tx1">
                  <a:lumMod val="75000"/>
                  <a:lumOff val="25000"/>
                </a:schemeClr>
              </a:solidFill>
            </a:endParaRPr>
          </a:p>
          <a:p>
            <a:endParaRPr lang="tr-TR" sz="1400" dirty="0">
              <a:solidFill>
                <a:schemeClr val="tx1">
                  <a:lumMod val="75000"/>
                  <a:lumOff val="25000"/>
                </a:schemeClr>
              </a:solidFill>
            </a:endParaRPr>
          </a:p>
          <a:p>
            <a:pPr marL="457200" indent="-457200">
              <a:buFont typeface="Arial" panose="020B0604020202020204" pitchFamily="34" charset="0"/>
              <a:buChar char="•"/>
            </a:pPr>
            <a:endParaRPr lang="tr-TR" sz="2400" dirty="0">
              <a:solidFill>
                <a:schemeClr val="tx1">
                  <a:lumMod val="75000"/>
                  <a:lumOff val="25000"/>
                </a:schemeClr>
              </a:solidFill>
            </a:endParaRPr>
          </a:p>
          <a:p>
            <a:endParaRPr lang="tr-TR" sz="2800" dirty="0">
              <a:solidFill>
                <a:schemeClr val="tx1">
                  <a:lumMod val="75000"/>
                  <a:lumOff val="25000"/>
                </a:schemeClr>
              </a:solidFill>
            </a:endParaRPr>
          </a:p>
        </p:txBody>
      </p:sp>
      <p:pic>
        <p:nvPicPr>
          <p:cNvPr id="6" name="Picture 5">
            <a:extLst>
              <a:ext uri="{FF2B5EF4-FFF2-40B4-BE49-F238E27FC236}">
                <a16:creationId xmlns:a16="http://schemas.microsoft.com/office/drawing/2014/main" id="{4E3572B6-18BD-F4DB-5C28-D133DC12497D}"/>
              </a:ext>
            </a:extLst>
          </p:cNvPr>
          <p:cNvPicPr>
            <a:picLocks noChangeAspect="1"/>
          </p:cNvPicPr>
          <p:nvPr/>
        </p:nvPicPr>
        <p:blipFill>
          <a:blip r:embed="rId4">
            <a:extLst>
              <a:ext uri="{28A0092B-C50C-407E-A947-70E740481C1C}">
                <a14:useLocalDpi xmlns:a14="http://schemas.microsoft.com/office/drawing/2010/main" val="0"/>
              </a:ext>
            </a:extLst>
          </a:blip>
          <a:srcRect t="5493"/>
          <a:stretch>
            <a:fillRect/>
          </a:stretch>
        </p:blipFill>
        <p:spPr>
          <a:xfrm>
            <a:off x="0" y="4803112"/>
            <a:ext cx="1739467" cy="2054888"/>
          </a:xfrm>
          <a:prstGeom prst="rect">
            <a:avLst/>
          </a:prstGeom>
        </p:spPr>
      </p:pic>
      <p:pic>
        <p:nvPicPr>
          <p:cNvPr id="9" name="Picture 8">
            <a:extLst>
              <a:ext uri="{FF2B5EF4-FFF2-40B4-BE49-F238E27FC236}">
                <a16:creationId xmlns:a16="http://schemas.microsoft.com/office/drawing/2014/main" id="{16A8B475-6187-C3CA-09B4-8D4089B06646}"/>
              </a:ext>
            </a:extLst>
          </p:cNvPr>
          <p:cNvPicPr>
            <a:picLocks noChangeAspect="1"/>
          </p:cNvPicPr>
          <p:nvPr/>
        </p:nvPicPr>
        <p:blipFill>
          <a:blip r:embed="rId5">
            <a:extLst>
              <a:ext uri="{28A0092B-C50C-407E-A947-70E740481C1C}">
                <a14:useLocalDpi xmlns:a14="http://schemas.microsoft.com/office/drawing/2010/main" val="0"/>
              </a:ext>
            </a:extLst>
          </a:blip>
          <a:srcRect t="33317"/>
          <a:stretch>
            <a:fillRect/>
          </a:stretch>
        </p:blipFill>
        <p:spPr>
          <a:xfrm>
            <a:off x="9427791" y="3983"/>
            <a:ext cx="2753979" cy="1515355"/>
          </a:xfrm>
          <a:prstGeom prst="rect">
            <a:avLst/>
          </a:prstGeom>
        </p:spPr>
      </p:pic>
    </p:spTree>
    <p:extLst>
      <p:ext uri="{BB962C8B-B14F-4D97-AF65-F5344CB8AC3E}">
        <p14:creationId xmlns:p14="http://schemas.microsoft.com/office/powerpoint/2010/main" val="41551034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50" name="Group 49">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20" name="Freeform: Shape 19">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2A18EA46-07CA-8F43-5DE8-255DA8B015D1}"/>
              </a:ext>
            </a:extLst>
          </p:cNvPr>
          <p:cNvSpPr>
            <a:spLocks noGrp="1"/>
          </p:cNvSpPr>
          <p:nvPr>
            <p:ph type="title"/>
          </p:nvPr>
        </p:nvSpPr>
        <p:spPr>
          <a:xfrm>
            <a:off x="804672" y="2053641"/>
            <a:ext cx="3669161" cy="2760098"/>
          </a:xfrm>
        </p:spPr>
        <p:txBody>
          <a:bodyPr>
            <a:normAutofit/>
          </a:bodyPr>
          <a:lstStyle/>
          <a:p>
            <a:r>
              <a:rPr lang="tr-TR" sz="4000">
                <a:solidFill>
                  <a:schemeClr val="tx2"/>
                </a:solidFill>
              </a:rPr>
              <a:t>GİRİŞ </a:t>
            </a:r>
          </a:p>
        </p:txBody>
      </p:sp>
      <p:sp>
        <p:nvSpPr>
          <p:cNvPr id="3" name="Content Placeholder 2">
            <a:extLst>
              <a:ext uri="{FF2B5EF4-FFF2-40B4-BE49-F238E27FC236}">
                <a16:creationId xmlns:a16="http://schemas.microsoft.com/office/drawing/2014/main" id="{DB3D582C-9D99-56FB-E07D-0840CCFD7E86}"/>
              </a:ext>
            </a:extLst>
          </p:cNvPr>
          <p:cNvSpPr>
            <a:spLocks noGrp="1"/>
          </p:cNvSpPr>
          <p:nvPr>
            <p:ph idx="1"/>
          </p:nvPr>
        </p:nvSpPr>
        <p:spPr>
          <a:xfrm>
            <a:off x="6090574" y="801866"/>
            <a:ext cx="5306084" cy="5230634"/>
          </a:xfrm>
          <a:noFill/>
          <a:ln>
            <a:noFill/>
          </a:ln>
        </p:spPr>
        <p:txBody>
          <a:bodyPr anchor="ctr">
            <a:normAutofit/>
          </a:bodyPr>
          <a:lstStyle/>
          <a:p>
            <a:pPr marL="0" indent="0">
              <a:buNone/>
            </a:pPr>
            <a:r>
              <a:rPr lang="tr-TR" sz="1400" b="1">
                <a:solidFill>
                  <a:schemeClr val="tx2"/>
                </a:solidFill>
                <a:highlight>
                  <a:srgbClr val="00FFFF"/>
                </a:highlight>
              </a:rPr>
              <a:t>Kriptografi</a:t>
            </a:r>
            <a:r>
              <a:rPr lang="tr-TR" sz="1400">
                <a:solidFill>
                  <a:schemeClr val="tx2"/>
                </a:solidFill>
              </a:rPr>
              <a:t>, bilgiyi yetkisiz kişilerden korumak için kullanılan yöntemlerin genel adıdır.</a:t>
            </a:r>
          </a:p>
          <a:p>
            <a:pPr marL="0" indent="0">
              <a:buNone/>
            </a:pPr>
            <a:endParaRPr lang="tr-TR" sz="1400">
              <a:solidFill>
                <a:schemeClr val="tx2"/>
              </a:solidFill>
            </a:endParaRPr>
          </a:p>
          <a:p>
            <a:r>
              <a:rPr lang="tr-TR" sz="1400" b="1">
                <a:solidFill>
                  <a:schemeClr val="tx2"/>
                </a:solidFill>
              </a:rPr>
              <a:t>Nerelerde Kullanılır?</a:t>
            </a:r>
          </a:p>
          <a:p>
            <a:r>
              <a:rPr lang="tr-TR" sz="1400">
                <a:solidFill>
                  <a:schemeClr val="tx2"/>
                </a:solidFill>
              </a:rPr>
              <a:t>İnternet üzerindeki </a:t>
            </a:r>
            <a:r>
              <a:rPr lang="tr-TR" sz="1400" b="1">
                <a:solidFill>
                  <a:schemeClr val="tx2"/>
                </a:solidFill>
              </a:rPr>
              <a:t>neredeyse tüm uygulamalarda</a:t>
            </a:r>
            <a:endParaRPr lang="tr-TR" sz="1400">
              <a:solidFill>
                <a:schemeClr val="tx2"/>
              </a:solidFill>
            </a:endParaRPr>
          </a:p>
          <a:p>
            <a:r>
              <a:rPr lang="tr-TR" sz="1400">
                <a:solidFill>
                  <a:schemeClr val="tx2"/>
                </a:solidFill>
              </a:rPr>
              <a:t>Web siteleri (HTTPS)</a:t>
            </a:r>
          </a:p>
          <a:p>
            <a:r>
              <a:rPr lang="tr-TR" sz="1400">
                <a:solidFill>
                  <a:schemeClr val="tx2"/>
                </a:solidFill>
              </a:rPr>
              <a:t>Mesajlaşma uygulamaları</a:t>
            </a:r>
          </a:p>
          <a:p>
            <a:r>
              <a:rPr lang="tr-TR" sz="1400">
                <a:solidFill>
                  <a:schemeClr val="tx2"/>
                </a:solidFill>
              </a:rPr>
              <a:t>Bankacılık ve online alışveriş</a:t>
            </a:r>
          </a:p>
          <a:p>
            <a:endParaRPr lang="tr-TR" sz="1400">
              <a:solidFill>
                <a:schemeClr val="tx2"/>
              </a:solidFill>
            </a:endParaRPr>
          </a:p>
          <a:p>
            <a:r>
              <a:rPr lang="tr-TR" sz="1400" b="1">
                <a:solidFill>
                  <a:schemeClr val="tx2"/>
                </a:solidFill>
              </a:rPr>
              <a:t>Neden Kriptografiye İhtiyacımız Var?</a:t>
            </a:r>
          </a:p>
          <a:p>
            <a:r>
              <a:rPr lang="tr-TR" sz="1400">
                <a:solidFill>
                  <a:schemeClr val="tx2"/>
                </a:solidFill>
              </a:rPr>
              <a:t>Şifreleme olmasaydı, internet üzerinden yapılan tüm iletişimler </a:t>
            </a:r>
            <a:r>
              <a:rPr lang="tr-TR" sz="1400" b="1">
                <a:solidFill>
                  <a:schemeClr val="tx2"/>
                </a:solidFill>
              </a:rPr>
              <a:t>son derece güvensiz</a:t>
            </a:r>
            <a:r>
              <a:rPr lang="tr-TR" sz="1400">
                <a:solidFill>
                  <a:schemeClr val="tx2"/>
                </a:solidFill>
              </a:rPr>
              <a:t> olurdu.</a:t>
            </a:r>
          </a:p>
          <a:p>
            <a:r>
              <a:rPr lang="tr-TR" sz="1400">
                <a:solidFill>
                  <a:schemeClr val="tx2"/>
                </a:solidFill>
              </a:rPr>
              <a:t>Gönderilen ve alınan veriler </a:t>
            </a:r>
            <a:r>
              <a:rPr lang="tr-TR" sz="1400" b="1">
                <a:solidFill>
                  <a:schemeClr val="tx2"/>
                </a:solidFill>
              </a:rPr>
              <a:t>başkaları tarafından kolayca okunabilirdi</a:t>
            </a:r>
            <a:r>
              <a:rPr lang="tr-TR" sz="1400">
                <a:solidFill>
                  <a:schemeClr val="tx2"/>
                </a:solidFill>
              </a:rPr>
              <a:t>.</a:t>
            </a:r>
          </a:p>
          <a:p>
            <a:r>
              <a:rPr lang="tr-TR" sz="1400">
                <a:solidFill>
                  <a:schemeClr val="tx2"/>
                </a:solidFill>
              </a:rPr>
              <a:t>Neyse ki günümüzde internet trafiğinin </a:t>
            </a:r>
            <a:r>
              <a:rPr lang="tr-TR" sz="1400" b="1">
                <a:solidFill>
                  <a:schemeClr val="tx2"/>
                </a:solidFill>
              </a:rPr>
              <a:t>büyük bir kısmı şifrelenmiştir</a:t>
            </a:r>
            <a:r>
              <a:rPr lang="tr-TR" sz="1400">
                <a:solidFill>
                  <a:schemeClr val="tx2"/>
                </a:solidFill>
              </a:rPr>
              <a:t>.</a:t>
            </a:r>
          </a:p>
          <a:p>
            <a:r>
              <a:rPr lang="tr-TR" sz="1400">
                <a:solidFill>
                  <a:schemeClr val="tx2"/>
                </a:solidFill>
              </a:rPr>
              <a:t>Bu sayede veriler, ele geçirilse bile </a:t>
            </a:r>
            <a:r>
              <a:rPr lang="tr-TR" sz="1400" b="1">
                <a:solidFill>
                  <a:schemeClr val="tx2"/>
                </a:solidFill>
              </a:rPr>
              <a:t>düz metin (plain text) olarak okunamaz</a:t>
            </a:r>
            <a:r>
              <a:rPr lang="tr-TR" sz="1400">
                <a:solidFill>
                  <a:schemeClr val="tx2"/>
                </a:solidFill>
              </a:rPr>
              <a:t>.</a:t>
            </a:r>
          </a:p>
          <a:p>
            <a:endParaRPr lang="tr-TR" sz="1400">
              <a:solidFill>
                <a:schemeClr val="tx2"/>
              </a:solidFill>
            </a:endParaRPr>
          </a:p>
          <a:p>
            <a:pPr marL="0" indent="0">
              <a:buNone/>
            </a:pPr>
            <a:endParaRPr lang="tr-TR" sz="1400">
              <a:solidFill>
                <a:schemeClr val="tx2"/>
              </a:solidFill>
            </a:endParaRPr>
          </a:p>
        </p:txBody>
      </p:sp>
    </p:spTree>
    <p:extLst>
      <p:ext uri="{BB962C8B-B14F-4D97-AF65-F5344CB8AC3E}">
        <p14:creationId xmlns:p14="http://schemas.microsoft.com/office/powerpoint/2010/main" val="5230836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9" name="Group 18">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20" name="Freeform: Shape 19">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7341C401-D99A-F246-41BD-9D92AF946B5F}"/>
              </a:ext>
            </a:extLst>
          </p:cNvPr>
          <p:cNvSpPr>
            <a:spLocks noGrp="1"/>
          </p:cNvSpPr>
          <p:nvPr>
            <p:ph type="title"/>
          </p:nvPr>
        </p:nvSpPr>
        <p:spPr>
          <a:xfrm>
            <a:off x="804672" y="2053641"/>
            <a:ext cx="3669161" cy="2760098"/>
          </a:xfrm>
        </p:spPr>
        <p:txBody>
          <a:bodyPr>
            <a:normAutofit/>
          </a:bodyPr>
          <a:lstStyle/>
          <a:p>
            <a:r>
              <a:rPr lang="tr-TR" sz="4000">
                <a:solidFill>
                  <a:schemeClr val="tx2"/>
                </a:solidFill>
              </a:rPr>
              <a:t>Types of cryptography</a:t>
            </a:r>
          </a:p>
        </p:txBody>
      </p:sp>
      <p:sp>
        <p:nvSpPr>
          <p:cNvPr id="3" name="Content Placeholder 2">
            <a:extLst>
              <a:ext uri="{FF2B5EF4-FFF2-40B4-BE49-F238E27FC236}">
                <a16:creationId xmlns:a16="http://schemas.microsoft.com/office/drawing/2014/main" id="{15E672AC-70C5-69A4-FF01-1FA06DD645F5}"/>
              </a:ext>
            </a:extLst>
          </p:cNvPr>
          <p:cNvSpPr>
            <a:spLocks noGrp="1"/>
          </p:cNvSpPr>
          <p:nvPr>
            <p:ph idx="1"/>
          </p:nvPr>
        </p:nvSpPr>
        <p:spPr>
          <a:xfrm>
            <a:off x="6090574" y="801866"/>
            <a:ext cx="5306084" cy="5230634"/>
          </a:xfrm>
          <a:noFill/>
          <a:ln>
            <a:noFill/>
          </a:ln>
        </p:spPr>
        <p:txBody>
          <a:bodyPr anchor="ctr">
            <a:normAutofit/>
          </a:bodyPr>
          <a:lstStyle/>
          <a:p>
            <a:r>
              <a:rPr lang="tr-TR" sz="1700" b="1">
                <a:solidFill>
                  <a:schemeClr val="tx2"/>
                </a:solidFill>
                <a:highlight>
                  <a:srgbClr val="00FFFF"/>
                </a:highlight>
              </a:rPr>
              <a:t>Simetrik Kriptografi</a:t>
            </a:r>
          </a:p>
          <a:p>
            <a:r>
              <a:rPr lang="tr-TR" sz="1700" b="1">
                <a:solidFill>
                  <a:schemeClr val="tx2"/>
                </a:solidFill>
              </a:rPr>
              <a:t>Şifreleme ve şifre çözme için aynı anahtar kullanılır</a:t>
            </a:r>
            <a:endParaRPr lang="tr-TR" sz="1700">
              <a:solidFill>
                <a:schemeClr val="tx2"/>
              </a:solidFill>
            </a:endParaRPr>
          </a:p>
          <a:p>
            <a:r>
              <a:rPr lang="tr-TR" sz="1700">
                <a:solidFill>
                  <a:schemeClr val="tx2"/>
                </a:solidFill>
              </a:rPr>
              <a:t>Alice, mesajı bir </a:t>
            </a:r>
            <a:r>
              <a:rPr lang="tr-TR" sz="1700" b="1">
                <a:solidFill>
                  <a:schemeClr val="tx2"/>
                </a:solidFill>
              </a:rPr>
              <a:t>anahtar (key)</a:t>
            </a:r>
            <a:r>
              <a:rPr lang="tr-TR" sz="1700">
                <a:solidFill>
                  <a:schemeClr val="tx2"/>
                </a:solidFill>
              </a:rPr>
              <a:t> ile şifreler</a:t>
            </a:r>
          </a:p>
          <a:p>
            <a:r>
              <a:rPr lang="tr-TR" sz="1700">
                <a:solidFill>
                  <a:schemeClr val="tx2"/>
                </a:solidFill>
              </a:rPr>
              <a:t>Bob, </a:t>
            </a:r>
            <a:r>
              <a:rPr lang="tr-TR" sz="1700" b="1">
                <a:solidFill>
                  <a:schemeClr val="tx2"/>
                </a:solidFill>
              </a:rPr>
              <a:t>aynı anahtar</a:t>
            </a:r>
            <a:r>
              <a:rPr lang="tr-TR" sz="1700">
                <a:solidFill>
                  <a:schemeClr val="tx2"/>
                </a:solidFill>
              </a:rPr>
              <a:t> ile mesajı çözer</a:t>
            </a:r>
          </a:p>
          <a:p>
            <a:r>
              <a:rPr lang="tr-TR" sz="1700">
                <a:solidFill>
                  <a:schemeClr val="tx2"/>
                </a:solidFill>
              </a:rPr>
              <a:t>Anahtar ele geçirilirse, </a:t>
            </a:r>
            <a:r>
              <a:rPr lang="tr-TR" sz="1700" b="1">
                <a:solidFill>
                  <a:schemeClr val="tx2"/>
                </a:solidFill>
              </a:rPr>
              <a:t>tüm mesajlar okunabilir</a:t>
            </a:r>
            <a:endParaRPr lang="tr-TR" sz="1700">
              <a:solidFill>
                <a:schemeClr val="tx2"/>
              </a:solidFill>
            </a:endParaRPr>
          </a:p>
          <a:p>
            <a:r>
              <a:rPr lang="tr-TR" sz="1700">
                <a:solidFill>
                  <a:schemeClr val="tx2"/>
                </a:solidFill>
              </a:rPr>
              <a:t>📌 </a:t>
            </a:r>
            <a:r>
              <a:rPr lang="tr-TR" sz="1700" b="1">
                <a:solidFill>
                  <a:schemeClr val="tx2"/>
                </a:solidFill>
              </a:rPr>
              <a:t>Avantajı:</a:t>
            </a:r>
            <a:r>
              <a:rPr lang="tr-TR" sz="1700">
                <a:solidFill>
                  <a:schemeClr val="tx2"/>
                </a:solidFill>
              </a:rPr>
              <a:t> Çok hızlı</a:t>
            </a:r>
            <a:br>
              <a:rPr lang="tr-TR" sz="1700">
                <a:solidFill>
                  <a:schemeClr val="tx2"/>
                </a:solidFill>
              </a:rPr>
            </a:br>
            <a:r>
              <a:rPr lang="tr-TR" sz="1700">
                <a:solidFill>
                  <a:schemeClr val="tx2"/>
                </a:solidFill>
              </a:rPr>
              <a:t>📌 </a:t>
            </a:r>
            <a:r>
              <a:rPr lang="tr-TR" sz="1700" b="1">
                <a:solidFill>
                  <a:schemeClr val="tx2"/>
                </a:solidFill>
              </a:rPr>
              <a:t>Dezavantajı:</a:t>
            </a:r>
            <a:r>
              <a:rPr lang="tr-TR" sz="1700">
                <a:solidFill>
                  <a:schemeClr val="tx2"/>
                </a:solidFill>
              </a:rPr>
              <a:t> Anahtar güvenliği zor</a:t>
            </a:r>
          </a:p>
          <a:p>
            <a:endParaRPr lang="tr-TR" sz="1700">
              <a:solidFill>
                <a:schemeClr val="tx2"/>
              </a:solidFill>
            </a:endParaRPr>
          </a:p>
          <a:p>
            <a:r>
              <a:rPr lang="tr-TR" sz="1700" b="1">
                <a:solidFill>
                  <a:schemeClr val="tx2"/>
                </a:solidFill>
                <a:highlight>
                  <a:srgbClr val="00FFFF"/>
                </a:highlight>
              </a:rPr>
              <a:t>Asimetrik Kriptografi</a:t>
            </a:r>
          </a:p>
          <a:p>
            <a:r>
              <a:rPr lang="tr-TR" sz="1700" b="1">
                <a:solidFill>
                  <a:schemeClr val="tx2"/>
                </a:solidFill>
              </a:rPr>
              <a:t>İki farklı anahtar kullanılır</a:t>
            </a:r>
            <a:endParaRPr lang="tr-TR" sz="1700">
              <a:solidFill>
                <a:schemeClr val="tx2"/>
              </a:solidFill>
            </a:endParaRPr>
          </a:p>
          <a:p>
            <a:pPr lvl="1"/>
            <a:r>
              <a:rPr lang="tr-TR" sz="1700">
                <a:solidFill>
                  <a:schemeClr val="tx2"/>
                </a:solidFill>
              </a:rPr>
              <a:t>🔓 </a:t>
            </a:r>
            <a:r>
              <a:rPr lang="tr-TR" sz="1700" b="1">
                <a:solidFill>
                  <a:schemeClr val="tx2"/>
                </a:solidFill>
              </a:rPr>
              <a:t>Public Key (Açık Anahtar):</a:t>
            </a:r>
            <a:r>
              <a:rPr lang="tr-TR" sz="1700">
                <a:solidFill>
                  <a:schemeClr val="tx2"/>
                </a:solidFill>
              </a:rPr>
              <a:t> Şifreleme için</a:t>
            </a:r>
          </a:p>
          <a:p>
            <a:pPr lvl="1"/>
            <a:r>
              <a:rPr lang="tr-TR" sz="1700">
                <a:solidFill>
                  <a:schemeClr val="tx2"/>
                </a:solidFill>
              </a:rPr>
              <a:t>🔐 </a:t>
            </a:r>
            <a:r>
              <a:rPr lang="tr-TR" sz="1700" b="1">
                <a:solidFill>
                  <a:schemeClr val="tx2"/>
                </a:solidFill>
              </a:rPr>
              <a:t>Private Key (Özel Anahtar):</a:t>
            </a:r>
            <a:r>
              <a:rPr lang="tr-TR" sz="1700">
                <a:solidFill>
                  <a:schemeClr val="tx2"/>
                </a:solidFill>
              </a:rPr>
              <a:t> Şifre çözme için</a:t>
            </a:r>
          </a:p>
          <a:p>
            <a:r>
              <a:rPr lang="tr-TR" sz="1700">
                <a:solidFill>
                  <a:schemeClr val="tx2"/>
                </a:solidFill>
              </a:rPr>
              <a:t>Public key ile şifrelenen mesajı </a:t>
            </a:r>
            <a:r>
              <a:rPr lang="tr-TR" sz="1700" b="1">
                <a:solidFill>
                  <a:schemeClr val="tx2"/>
                </a:solidFill>
              </a:rPr>
              <a:t>sadece private key açabilir</a:t>
            </a:r>
            <a:endParaRPr lang="tr-TR" sz="1700">
              <a:solidFill>
                <a:schemeClr val="tx2"/>
              </a:solidFill>
            </a:endParaRPr>
          </a:p>
          <a:p>
            <a:endParaRPr lang="tr-TR" sz="1700">
              <a:solidFill>
                <a:schemeClr val="tx2"/>
              </a:solidFill>
            </a:endParaRPr>
          </a:p>
          <a:p>
            <a:pPr marL="0" indent="0">
              <a:buNone/>
            </a:pPr>
            <a:endParaRPr lang="tr-TR" sz="1700">
              <a:solidFill>
                <a:schemeClr val="tx2"/>
              </a:solidFill>
            </a:endParaRPr>
          </a:p>
        </p:txBody>
      </p:sp>
    </p:spTree>
    <p:extLst>
      <p:ext uri="{BB962C8B-B14F-4D97-AF65-F5344CB8AC3E}">
        <p14:creationId xmlns:p14="http://schemas.microsoft.com/office/powerpoint/2010/main" val="4366068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36" name="Group 35">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20" name="Freeform: Shape 19">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A3D94D9B-6048-C6DB-1E84-FE2F5DD2F9D7}"/>
              </a:ext>
            </a:extLst>
          </p:cNvPr>
          <p:cNvSpPr>
            <a:spLocks noGrp="1"/>
          </p:cNvSpPr>
          <p:nvPr>
            <p:ph type="title"/>
          </p:nvPr>
        </p:nvSpPr>
        <p:spPr>
          <a:xfrm>
            <a:off x="804672" y="2053641"/>
            <a:ext cx="3669161" cy="2760098"/>
          </a:xfrm>
        </p:spPr>
        <p:txBody>
          <a:bodyPr>
            <a:normAutofit/>
          </a:bodyPr>
          <a:lstStyle/>
          <a:p>
            <a:r>
              <a:rPr lang="tr-TR" sz="4000">
                <a:solidFill>
                  <a:schemeClr val="tx2"/>
                </a:solidFill>
              </a:rPr>
              <a:t>Hash nedir</a:t>
            </a:r>
          </a:p>
        </p:txBody>
      </p:sp>
      <p:sp>
        <p:nvSpPr>
          <p:cNvPr id="3" name="Content Placeholder 2">
            <a:extLst>
              <a:ext uri="{FF2B5EF4-FFF2-40B4-BE49-F238E27FC236}">
                <a16:creationId xmlns:a16="http://schemas.microsoft.com/office/drawing/2014/main" id="{6F3C5BB5-4534-6234-9A93-EC804F80A8AE}"/>
              </a:ext>
            </a:extLst>
          </p:cNvPr>
          <p:cNvSpPr>
            <a:spLocks noGrp="1"/>
          </p:cNvSpPr>
          <p:nvPr>
            <p:ph idx="1"/>
          </p:nvPr>
        </p:nvSpPr>
        <p:spPr>
          <a:xfrm>
            <a:off x="6090574" y="801866"/>
            <a:ext cx="5306084" cy="5230634"/>
          </a:xfrm>
          <a:noFill/>
          <a:ln>
            <a:noFill/>
          </a:ln>
        </p:spPr>
        <p:txBody>
          <a:bodyPr anchor="ctr">
            <a:normAutofit/>
          </a:bodyPr>
          <a:lstStyle/>
          <a:p>
            <a:pPr fontAlgn="base"/>
            <a:r>
              <a:rPr lang="tr-TR" sz="1400">
                <a:solidFill>
                  <a:schemeClr val="tx2"/>
                </a:solidFill>
              </a:rPr>
              <a:t>Hash, belirli bir girdinin (mesela bir metin veya dosya) benzersiz bir temsilini veren bir fonksiyondur. Genellikle şifreleme, </a:t>
            </a:r>
            <a:r>
              <a:rPr lang="tr-TR" sz="1400">
                <a:solidFill>
                  <a:schemeClr val="tx2"/>
                </a:solidFill>
                <a:hlinkClick r:id="rId2"/>
              </a:rPr>
              <a:t>veri</a:t>
            </a:r>
            <a:r>
              <a:rPr lang="tr-TR" sz="1400">
                <a:solidFill>
                  <a:schemeClr val="tx2"/>
                </a:solidFill>
              </a:rPr>
              <a:t> doğrulama, veri bütünlüğü ve özetleme gibi amaçlarla kullanılır.</a:t>
            </a:r>
          </a:p>
          <a:p>
            <a:pPr fontAlgn="base"/>
            <a:r>
              <a:rPr lang="tr-TR" sz="1400">
                <a:solidFill>
                  <a:schemeClr val="tx2"/>
                </a:solidFill>
              </a:rPr>
              <a:t>Hash fonksiyonları belirli bir girdi için sabit bir çıktı boyutu üretirler. Bu nedenle, girdinin boyutu veya yapısı ne olursa olsun, çıktı her zaman aynı uzunlukta olacaktır. Bu özelliği, verilerin hızlı bir şekilde işlenmesini ve karşılaştırılmasını kolaylaştırır.</a:t>
            </a:r>
          </a:p>
          <a:p>
            <a:pPr fontAlgn="base"/>
            <a:r>
              <a:rPr lang="tr-TR" sz="1400">
                <a:solidFill>
                  <a:schemeClr val="tx2"/>
                </a:solidFill>
              </a:rPr>
              <a:t>Örneğin, bir parola hashlenerek saklanabilir ve her seferinde kullanıcı tarafından girilen parola ile karşılaştırılabilir. Bu sayede, gerçek parolanın saklanmasına gerek kalmadan doğru parola girilip girilmediği kontrol edilebilir.</a:t>
            </a:r>
          </a:p>
          <a:p>
            <a:pPr fontAlgn="base"/>
            <a:r>
              <a:rPr lang="tr-TR" sz="1400">
                <a:solidFill>
                  <a:schemeClr val="tx2"/>
                </a:solidFill>
              </a:rPr>
              <a:t>Hash fonksiyonları genellikle </a:t>
            </a:r>
            <a:r>
              <a:rPr lang="tr-TR" sz="1400">
                <a:solidFill>
                  <a:schemeClr val="tx2"/>
                </a:solidFill>
                <a:hlinkClick r:id="rId3"/>
              </a:rPr>
              <a:t>MD5</a:t>
            </a:r>
            <a:r>
              <a:rPr lang="tr-TR" sz="1400">
                <a:solidFill>
                  <a:schemeClr val="tx2"/>
                </a:solidFill>
              </a:rPr>
              <a:t>, </a:t>
            </a:r>
            <a:r>
              <a:rPr lang="tr-TR" sz="1400">
                <a:solidFill>
                  <a:schemeClr val="tx2"/>
                </a:solidFill>
                <a:hlinkClick r:id="rId4"/>
              </a:rPr>
              <a:t>SHA</a:t>
            </a:r>
            <a:r>
              <a:rPr lang="tr-TR" sz="1400">
                <a:solidFill>
                  <a:schemeClr val="tx2"/>
                </a:solidFill>
              </a:rPr>
              <a:t>-1, </a:t>
            </a:r>
            <a:r>
              <a:rPr lang="tr-TR" sz="1400">
                <a:solidFill>
                  <a:schemeClr val="tx2"/>
                </a:solidFill>
                <a:hlinkClick r:id="rId5"/>
              </a:rPr>
              <a:t>SHA-256</a:t>
            </a:r>
            <a:r>
              <a:rPr lang="tr-TR" sz="1400">
                <a:solidFill>
                  <a:schemeClr val="tx2"/>
                </a:solidFill>
              </a:rPr>
              <a:t> gibi adlarla anılır. Ancak, bazı hash fonksiyonları güvenlik açısından zayıf kalmıştır ve güncel önerilerde kullanılmamaktadır.</a:t>
            </a:r>
          </a:p>
          <a:p>
            <a:pPr fontAlgn="base"/>
            <a:endParaRPr lang="tr-TR" sz="1400">
              <a:solidFill>
                <a:schemeClr val="tx2"/>
              </a:solidFill>
            </a:endParaRPr>
          </a:p>
          <a:p>
            <a:pPr fontAlgn="base"/>
            <a:r>
              <a:rPr lang="tr-TR" sz="1400" b="1">
                <a:solidFill>
                  <a:schemeClr val="tx2"/>
                </a:solidFill>
              </a:rPr>
              <a:t>Hash fonksiyonları tek yönlüdür;</a:t>
            </a:r>
            <a:br>
              <a:rPr lang="tr-TR" sz="1400">
                <a:solidFill>
                  <a:schemeClr val="tx2"/>
                </a:solidFill>
              </a:rPr>
            </a:br>
            <a:r>
              <a:rPr lang="tr-TR" sz="1400">
                <a:solidFill>
                  <a:schemeClr val="tx2"/>
                </a:solidFill>
              </a:rPr>
              <a:t>girdiyi hash’e çevirebilirsiniz ama </a:t>
            </a:r>
            <a:r>
              <a:rPr lang="tr-TR" sz="1400" b="1">
                <a:solidFill>
                  <a:schemeClr val="tx2"/>
                </a:solidFill>
              </a:rPr>
              <a:t>hash’ten girdiye geri dönemezsiniz.</a:t>
            </a:r>
          </a:p>
          <a:p>
            <a:pPr fontAlgn="base"/>
            <a:r>
              <a:rPr lang="tr-TR" sz="1400">
                <a:solidFill>
                  <a:schemeClr val="tx2"/>
                </a:solidFill>
              </a:rPr>
              <a:t>Hash algoritmaları </a:t>
            </a:r>
            <a:r>
              <a:rPr lang="tr-TR" sz="1400" b="1">
                <a:solidFill>
                  <a:schemeClr val="tx2"/>
                </a:solidFill>
              </a:rPr>
              <a:t>geri dönüş fonksiyonu olmayan</a:t>
            </a:r>
            <a:r>
              <a:rPr lang="tr-TR" sz="1400">
                <a:solidFill>
                  <a:schemeClr val="tx2"/>
                </a:solidFill>
              </a:rPr>
              <a:t> matematiksel işlemler kullanır.</a:t>
            </a:r>
          </a:p>
          <a:p>
            <a:pPr marL="0" indent="0">
              <a:buNone/>
            </a:pPr>
            <a:endParaRPr lang="tr-TR" sz="1400">
              <a:solidFill>
                <a:schemeClr val="tx2"/>
              </a:solidFill>
            </a:endParaRPr>
          </a:p>
        </p:txBody>
      </p:sp>
      <p:sp>
        <p:nvSpPr>
          <p:cNvPr id="4" name="TextBox 3">
            <a:extLst>
              <a:ext uri="{FF2B5EF4-FFF2-40B4-BE49-F238E27FC236}">
                <a16:creationId xmlns:a16="http://schemas.microsoft.com/office/drawing/2014/main" id="{174AE409-A450-D528-9EF4-063C2668E5EC}"/>
              </a:ext>
            </a:extLst>
          </p:cNvPr>
          <p:cNvSpPr txBox="1"/>
          <p:nvPr/>
        </p:nvSpPr>
        <p:spPr>
          <a:xfrm>
            <a:off x="4085274" y="6017254"/>
            <a:ext cx="6336919" cy="646331"/>
          </a:xfrm>
          <a:prstGeom prst="rect">
            <a:avLst/>
          </a:prstGeom>
          <a:noFill/>
        </p:spPr>
        <p:txBody>
          <a:bodyPr wrap="square" rtlCol="0">
            <a:spAutoFit/>
          </a:bodyPr>
          <a:lstStyle/>
          <a:p>
            <a:r>
              <a:rPr lang="tr-TR" dirty="0">
                <a:hlinkClick r:id="rId6"/>
              </a:rPr>
              <a:t>https://toolbox.itsec.tamu.edu/</a:t>
            </a:r>
            <a:endParaRPr lang="tr-TR" dirty="0"/>
          </a:p>
          <a:p>
            <a:endParaRPr lang="tr-TR" dirty="0"/>
          </a:p>
        </p:txBody>
      </p:sp>
      <p:sp>
        <p:nvSpPr>
          <p:cNvPr id="5" name="TextBox 4">
            <a:extLst>
              <a:ext uri="{FF2B5EF4-FFF2-40B4-BE49-F238E27FC236}">
                <a16:creationId xmlns:a16="http://schemas.microsoft.com/office/drawing/2014/main" id="{9D2E776C-3AD8-E18F-2171-49A4A18E81B6}"/>
              </a:ext>
            </a:extLst>
          </p:cNvPr>
          <p:cNvSpPr txBox="1"/>
          <p:nvPr/>
        </p:nvSpPr>
        <p:spPr>
          <a:xfrm>
            <a:off x="4085274" y="6391722"/>
            <a:ext cx="6479458" cy="646331"/>
          </a:xfrm>
          <a:prstGeom prst="rect">
            <a:avLst/>
          </a:prstGeom>
          <a:noFill/>
        </p:spPr>
        <p:txBody>
          <a:bodyPr wrap="square" rtlCol="0">
            <a:spAutoFit/>
          </a:bodyPr>
          <a:lstStyle/>
          <a:p>
            <a:r>
              <a:rPr lang="tr-TR" dirty="0">
                <a:hlinkClick r:id="rId7"/>
              </a:rPr>
              <a:t>https://crackstation.net/</a:t>
            </a:r>
            <a:endParaRPr lang="tr-TR" dirty="0"/>
          </a:p>
          <a:p>
            <a:endParaRPr lang="tr-TR" dirty="0"/>
          </a:p>
        </p:txBody>
      </p:sp>
    </p:spTree>
    <p:extLst>
      <p:ext uri="{BB962C8B-B14F-4D97-AF65-F5344CB8AC3E}">
        <p14:creationId xmlns:p14="http://schemas.microsoft.com/office/powerpoint/2010/main" val="17224629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44" name="Group 43">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45" name="Freeform: Shape 44">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Freeform: Shape 47">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1C622A3B-DA90-C1B6-7F74-326311A4F6E3}"/>
              </a:ext>
            </a:extLst>
          </p:cNvPr>
          <p:cNvSpPr>
            <a:spLocks noGrp="1"/>
          </p:cNvSpPr>
          <p:nvPr>
            <p:ph type="title"/>
          </p:nvPr>
        </p:nvSpPr>
        <p:spPr>
          <a:xfrm>
            <a:off x="804672" y="2053641"/>
            <a:ext cx="3669161" cy="2760098"/>
          </a:xfrm>
        </p:spPr>
        <p:txBody>
          <a:bodyPr>
            <a:normAutofit/>
          </a:bodyPr>
          <a:lstStyle/>
          <a:p>
            <a:r>
              <a:rPr lang="tr-TR" sz="4000">
                <a:solidFill>
                  <a:schemeClr val="tx2"/>
                </a:solidFill>
              </a:rPr>
              <a:t>Decoding / encoding</a:t>
            </a:r>
          </a:p>
        </p:txBody>
      </p:sp>
      <p:sp>
        <p:nvSpPr>
          <p:cNvPr id="3" name="Content Placeholder 2">
            <a:extLst>
              <a:ext uri="{FF2B5EF4-FFF2-40B4-BE49-F238E27FC236}">
                <a16:creationId xmlns:a16="http://schemas.microsoft.com/office/drawing/2014/main" id="{516E0306-899F-A7AA-FC87-1F95DB801599}"/>
              </a:ext>
            </a:extLst>
          </p:cNvPr>
          <p:cNvSpPr>
            <a:spLocks noGrp="1"/>
          </p:cNvSpPr>
          <p:nvPr>
            <p:ph idx="1"/>
          </p:nvPr>
        </p:nvSpPr>
        <p:spPr>
          <a:xfrm>
            <a:off x="6090574" y="801866"/>
            <a:ext cx="5306084" cy="5230634"/>
          </a:xfrm>
          <a:noFill/>
          <a:ln>
            <a:noFill/>
          </a:ln>
        </p:spPr>
        <p:txBody>
          <a:bodyPr anchor="ctr">
            <a:normAutofit/>
          </a:bodyPr>
          <a:lstStyle/>
          <a:p>
            <a:r>
              <a:rPr lang="tr-TR" sz="1800" b="1">
                <a:solidFill>
                  <a:schemeClr val="tx2"/>
                </a:solidFill>
                <a:highlight>
                  <a:srgbClr val="00FFFF"/>
                </a:highlight>
              </a:rPr>
              <a:t>Encryption (Şifreleme)</a:t>
            </a:r>
          </a:p>
          <a:p>
            <a:r>
              <a:rPr lang="tr-TR" sz="1800">
                <a:solidFill>
                  <a:schemeClr val="tx2"/>
                </a:solidFill>
              </a:rPr>
              <a:t>Veriyi </a:t>
            </a:r>
            <a:r>
              <a:rPr lang="tr-TR" sz="1800" b="1">
                <a:solidFill>
                  <a:schemeClr val="tx2"/>
                </a:solidFill>
              </a:rPr>
              <a:t>gizlemek</a:t>
            </a:r>
            <a:r>
              <a:rPr lang="tr-TR" sz="1800">
                <a:solidFill>
                  <a:schemeClr val="tx2"/>
                </a:solidFill>
              </a:rPr>
              <a:t> için kullanılır</a:t>
            </a:r>
          </a:p>
          <a:p>
            <a:r>
              <a:rPr lang="tr-TR" sz="1800" b="1">
                <a:solidFill>
                  <a:schemeClr val="tx2"/>
                </a:solidFill>
              </a:rPr>
              <a:t>Anahtar (key)</a:t>
            </a:r>
            <a:r>
              <a:rPr lang="tr-TR" sz="1800">
                <a:solidFill>
                  <a:schemeClr val="tx2"/>
                </a:solidFill>
              </a:rPr>
              <a:t> gerektirir</a:t>
            </a:r>
          </a:p>
          <a:p>
            <a:r>
              <a:rPr lang="tr-TR" sz="1800">
                <a:solidFill>
                  <a:schemeClr val="tx2"/>
                </a:solidFill>
              </a:rPr>
              <a:t>Anahtar olmadan veri </a:t>
            </a:r>
            <a:r>
              <a:rPr lang="tr-TR" sz="1800" b="1">
                <a:solidFill>
                  <a:schemeClr val="tx2"/>
                </a:solidFill>
              </a:rPr>
              <a:t>okunamaz</a:t>
            </a:r>
            <a:endParaRPr lang="tr-TR" sz="1800">
              <a:solidFill>
                <a:schemeClr val="tx2"/>
              </a:solidFill>
            </a:endParaRPr>
          </a:p>
          <a:p>
            <a:r>
              <a:rPr lang="tr-TR" sz="1800">
                <a:solidFill>
                  <a:schemeClr val="tx2"/>
                </a:solidFill>
              </a:rPr>
              <a:t>Güvenlik sağlar</a:t>
            </a:r>
          </a:p>
          <a:p>
            <a:endParaRPr lang="tr-TR" sz="1800">
              <a:solidFill>
                <a:schemeClr val="tx2"/>
              </a:solidFill>
            </a:endParaRPr>
          </a:p>
          <a:p>
            <a:r>
              <a:rPr lang="tr-TR" sz="1800" b="1">
                <a:solidFill>
                  <a:schemeClr val="tx2"/>
                </a:solidFill>
                <a:highlight>
                  <a:srgbClr val="00FFFF"/>
                </a:highlight>
              </a:rPr>
              <a:t>Encoding (Kodlama)</a:t>
            </a:r>
          </a:p>
          <a:p>
            <a:r>
              <a:rPr lang="tr-TR" sz="1800">
                <a:solidFill>
                  <a:schemeClr val="tx2"/>
                </a:solidFill>
              </a:rPr>
              <a:t>Veriyi </a:t>
            </a:r>
            <a:r>
              <a:rPr lang="tr-TR" sz="1800" b="1">
                <a:solidFill>
                  <a:schemeClr val="tx2"/>
                </a:solidFill>
              </a:rPr>
              <a:t>farklı bir formata</a:t>
            </a:r>
            <a:r>
              <a:rPr lang="tr-TR" sz="1800">
                <a:solidFill>
                  <a:schemeClr val="tx2"/>
                </a:solidFill>
              </a:rPr>
              <a:t> dönüştürür</a:t>
            </a:r>
          </a:p>
          <a:p>
            <a:r>
              <a:rPr lang="tr-TR" sz="1800" b="1">
                <a:solidFill>
                  <a:schemeClr val="tx2"/>
                </a:solidFill>
              </a:rPr>
              <a:t>Anahtar gerekmez</a:t>
            </a:r>
            <a:endParaRPr lang="tr-TR" sz="1800">
              <a:solidFill>
                <a:schemeClr val="tx2"/>
              </a:solidFill>
            </a:endParaRPr>
          </a:p>
          <a:p>
            <a:r>
              <a:rPr lang="tr-TR" sz="1800">
                <a:solidFill>
                  <a:schemeClr val="tx2"/>
                </a:solidFill>
              </a:rPr>
              <a:t>Herkes tarafından </a:t>
            </a:r>
            <a:r>
              <a:rPr lang="tr-TR" sz="1800" b="1">
                <a:solidFill>
                  <a:schemeClr val="tx2"/>
                </a:solidFill>
              </a:rPr>
              <a:t>anında çözülebilir</a:t>
            </a:r>
            <a:endParaRPr lang="tr-TR" sz="1800">
              <a:solidFill>
                <a:schemeClr val="tx2"/>
              </a:solidFill>
            </a:endParaRPr>
          </a:p>
          <a:p>
            <a:r>
              <a:rPr lang="tr-TR" sz="1800">
                <a:solidFill>
                  <a:schemeClr val="tx2"/>
                </a:solidFill>
              </a:rPr>
              <a:t>❌ Güvenlik sağlamaz</a:t>
            </a:r>
          </a:p>
          <a:p>
            <a:r>
              <a:rPr lang="tr-TR" sz="1800">
                <a:solidFill>
                  <a:schemeClr val="tx2"/>
                </a:solidFill>
              </a:rPr>
              <a:t>📌 Encoding, </a:t>
            </a:r>
            <a:r>
              <a:rPr lang="tr-TR" sz="1800" b="1">
                <a:solidFill>
                  <a:schemeClr val="tx2"/>
                </a:solidFill>
              </a:rPr>
              <a:t>şifreleme değildir</a:t>
            </a:r>
            <a:endParaRPr lang="tr-TR" sz="1800">
              <a:solidFill>
                <a:schemeClr val="tx2"/>
              </a:solidFill>
            </a:endParaRPr>
          </a:p>
          <a:p>
            <a:endParaRPr lang="tr-TR" sz="1800" b="1">
              <a:solidFill>
                <a:schemeClr val="tx2"/>
              </a:solidFill>
            </a:endParaRPr>
          </a:p>
          <a:p>
            <a:endParaRPr lang="tr-TR" sz="1800">
              <a:solidFill>
                <a:schemeClr val="tx2"/>
              </a:solidFill>
            </a:endParaRPr>
          </a:p>
        </p:txBody>
      </p:sp>
    </p:spTree>
    <p:extLst>
      <p:ext uri="{BB962C8B-B14F-4D97-AF65-F5344CB8AC3E}">
        <p14:creationId xmlns:p14="http://schemas.microsoft.com/office/powerpoint/2010/main" val="10836291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36" name="Group 35">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20" name="Freeform: Shape 19">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EE1461E-E00A-9BBC-BE7E-43B5100E1B00}"/>
              </a:ext>
            </a:extLst>
          </p:cNvPr>
          <p:cNvSpPr>
            <a:spLocks noGrp="1"/>
          </p:cNvSpPr>
          <p:nvPr>
            <p:ph type="title"/>
          </p:nvPr>
        </p:nvSpPr>
        <p:spPr>
          <a:xfrm>
            <a:off x="804672" y="2053641"/>
            <a:ext cx="3669161" cy="2760098"/>
          </a:xfrm>
        </p:spPr>
        <p:txBody>
          <a:bodyPr>
            <a:normAutofit/>
          </a:bodyPr>
          <a:lstStyle/>
          <a:p>
            <a:r>
              <a:rPr lang="tr-TR" sz="3200" dirty="0" err="1">
                <a:solidFill>
                  <a:schemeClr val="tx2"/>
                </a:solidFill>
              </a:rPr>
              <a:t>Cryptography</a:t>
            </a:r>
            <a:r>
              <a:rPr lang="tr-TR" sz="3200" dirty="0">
                <a:solidFill>
                  <a:schemeClr val="tx2"/>
                </a:solidFill>
              </a:rPr>
              <a:t> Basics </a:t>
            </a:r>
          </a:p>
        </p:txBody>
      </p:sp>
      <p:sp>
        <p:nvSpPr>
          <p:cNvPr id="3" name="Content Placeholder 2">
            <a:extLst>
              <a:ext uri="{FF2B5EF4-FFF2-40B4-BE49-F238E27FC236}">
                <a16:creationId xmlns:a16="http://schemas.microsoft.com/office/drawing/2014/main" id="{46E93204-E55F-184F-D98C-690E5BC88328}"/>
              </a:ext>
            </a:extLst>
          </p:cNvPr>
          <p:cNvSpPr>
            <a:spLocks noGrp="1"/>
          </p:cNvSpPr>
          <p:nvPr>
            <p:ph idx="1"/>
          </p:nvPr>
        </p:nvSpPr>
        <p:spPr>
          <a:xfrm>
            <a:off x="6090574" y="801866"/>
            <a:ext cx="5306084" cy="5230634"/>
          </a:xfrm>
          <a:noFill/>
          <a:ln>
            <a:noFill/>
          </a:ln>
        </p:spPr>
        <p:txBody>
          <a:bodyPr anchor="ctr">
            <a:normAutofit/>
          </a:bodyPr>
          <a:lstStyle/>
          <a:p>
            <a:r>
              <a:rPr lang="tr-TR" sz="1100" b="1">
                <a:solidFill>
                  <a:schemeClr val="tx2"/>
                </a:solidFill>
              </a:rPr>
              <a:t>🔐 Kriptografi Nedir ve Neden Gereklidir?</a:t>
            </a:r>
          </a:p>
          <a:p>
            <a:r>
              <a:rPr lang="tr-TR" sz="1100" b="1">
                <a:solidFill>
                  <a:schemeClr val="tx2"/>
                </a:solidFill>
              </a:rPr>
              <a:t>Kriptografinin temel amacı</a:t>
            </a:r>
            <a:r>
              <a:rPr lang="tr-TR" sz="1100">
                <a:solidFill>
                  <a:schemeClr val="tx2"/>
                </a:solidFill>
              </a:rPr>
              <a:t>, saldırganların varlığına rağmen </a:t>
            </a:r>
            <a:r>
              <a:rPr lang="tr-TR" sz="1100" b="1">
                <a:solidFill>
                  <a:schemeClr val="tx2"/>
                </a:solidFill>
              </a:rPr>
              <a:t>güvenli iletişimi</a:t>
            </a:r>
            <a:r>
              <a:rPr lang="tr-TR" sz="1100">
                <a:solidFill>
                  <a:schemeClr val="tx2"/>
                </a:solidFill>
              </a:rPr>
              <a:t> sağlamaktır.</a:t>
            </a:r>
            <a:br>
              <a:rPr lang="tr-TR" sz="1100">
                <a:solidFill>
                  <a:schemeClr val="tx2"/>
                </a:solidFill>
              </a:rPr>
            </a:br>
            <a:r>
              <a:rPr lang="tr-TR" sz="1100">
                <a:solidFill>
                  <a:schemeClr val="tx2"/>
                </a:solidFill>
              </a:rPr>
              <a:t>Bu güvenlik; </a:t>
            </a:r>
            <a:r>
              <a:rPr lang="tr-TR" sz="1100" b="1">
                <a:solidFill>
                  <a:schemeClr val="tx2"/>
                </a:solidFill>
              </a:rPr>
              <a:t>gizlilik (confidentiality)</a:t>
            </a:r>
            <a:r>
              <a:rPr lang="tr-TR" sz="1100">
                <a:solidFill>
                  <a:schemeClr val="tx2"/>
                </a:solidFill>
              </a:rPr>
              <a:t>, </a:t>
            </a:r>
            <a:r>
              <a:rPr lang="tr-TR" sz="1100" b="1">
                <a:solidFill>
                  <a:schemeClr val="tx2"/>
                </a:solidFill>
              </a:rPr>
              <a:t>bütünlük (integrity)</a:t>
            </a:r>
            <a:r>
              <a:rPr lang="tr-TR" sz="1100">
                <a:solidFill>
                  <a:schemeClr val="tx2"/>
                </a:solidFill>
              </a:rPr>
              <a:t> ve </a:t>
            </a:r>
            <a:r>
              <a:rPr lang="tr-TR" sz="1100" b="1">
                <a:solidFill>
                  <a:schemeClr val="tx2"/>
                </a:solidFill>
              </a:rPr>
              <a:t>kimlik doğrulama (authenticity)</a:t>
            </a:r>
            <a:r>
              <a:rPr lang="tr-TR" sz="1100">
                <a:solidFill>
                  <a:schemeClr val="tx2"/>
                </a:solidFill>
              </a:rPr>
              <a:t> unsurlarını kapsar.</a:t>
            </a:r>
          </a:p>
          <a:p>
            <a:r>
              <a:rPr lang="tr-TR" sz="1100" b="1">
                <a:solidFill>
                  <a:schemeClr val="tx2"/>
                </a:solidFill>
              </a:rPr>
              <a:t>Günlük hayatta kriptografinin kullanıldığı başlıca alanlar:</a:t>
            </a:r>
            <a:endParaRPr lang="tr-TR" sz="1100">
              <a:solidFill>
                <a:schemeClr val="tx2"/>
              </a:solidFill>
            </a:endParaRPr>
          </a:p>
          <a:p>
            <a:r>
              <a:rPr lang="tr-TR" sz="1100">
                <a:solidFill>
                  <a:schemeClr val="tx2"/>
                </a:solidFill>
              </a:rPr>
              <a:t>Web sitelerine giriş yaparken (ör. TryHackMe) </a:t>
            </a:r>
            <a:r>
              <a:rPr lang="tr-TR" sz="1100" b="1">
                <a:solidFill>
                  <a:schemeClr val="tx2"/>
                </a:solidFill>
              </a:rPr>
              <a:t>kullanıcı bilgileri şifrelenir</a:t>
            </a:r>
            <a:endParaRPr lang="tr-TR" sz="1100">
              <a:solidFill>
                <a:schemeClr val="tx2"/>
              </a:solidFill>
            </a:endParaRPr>
          </a:p>
          <a:p>
            <a:r>
              <a:rPr lang="tr-TR" sz="1100" b="1">
                <a:solidFill>
                  <a:schemeClr val="tx2"/>
                </a:solidFill>
              </a:rPr>
              <a:t>SSH bağlantıları</a:t>
            </a:r>
            <a:r>
              <a:rPr lang="tr-TR" sz="1100">
                <a:solidFill>
                  <a:schemeClr val="tx2"/>
                </a:solidFill>
              </a:rPr>
              <a:t> ile güvenli ve dinlenemez iletişim kurulur</a:t>
            </a:r>
          </a:p>
          <a:p>
            <a:r>
              <a:rPr lang="tr-TR" sz="1100" b="1">
                <a:solidFill>
                  <a:schemeClr val="tx2"/>
                </a:solidFill>
              </a:rPr>
              <a:t>Online bankacılıkta</a:t>
            </a:r>
            <a:r>
              <a:rPr lang="tr-TR" sz="1100">
                <a:solidFill>
                  <a:schemeClr val="tx2"/>
                </a:solidFill>
              </a:rPr>
              <a:t>, sunucunun gerçekten bankaya ait olduğu </a:t>
            </a:r>
            <a:r>
              <a:rPr lang="tr-TR" sz="1100" b="1">
                <a:solidFill>
                  <a:schemeClr val="tx2"/>
                </a:solidFill>
              </a:rPr>
              <a:t>sertifikalarla doğrulanır</a:t>
            </a:r>
            <a:endParaRPr lang="tr-TR" sz="1100">
              <a:solidFill>
                <a:schemeClr val="tx2"/>
              </a:solidFill>
            </a:endParaRPr>
          </a:p>
          <a:p>
            <a:r>
              <a:rPr lang="tr-TR" sz="1100">
                <a:solidFill>
                  <a:schemeClr val="tx2"/>
                </a:solidFill>
              </a:rPr>
              <a:t>Dosya indirirken, </a:t>
            </a:r>
            <a:r>
              <a:rPr lang="tr-TR" sz="1100" b="1">
                <a:solidFill>
                  <a:schemeClr val="tx2"/>
                </a:solidFill>
              </a:rPr>
              <a:t>hash fonksiyonları</a:t>
            </a:r>
            <a:r>
              <a:rPr lang="tr-TR" sz="1100">
                <a:solidFill>
                  <a:schemeClr val="tx2"/>
                </a:solidFill>
              </a:rPr>
              <a:t> ile dosyanın değişmediği kontrol edilir</a:t>
            </a:r>
          </a:p>
          <a:p>
            <a:r>
              <a:rPr lang="tr-TR" sz="1100" b="1">
                <a:solidFill>
                  <a:schemeClr val="tx2"/>
                </a:solidFill>
              </a:rPr>
              <a:t>Yasal ve kurumsal gereklilikler:</a:t>
            </a:r>
            <a:endParaRPr lang="tr-TR" sz="1100">
              <a:solidFill>
                <a:schemeClr val="tx2"/>
              </a:solidFill>
            </a:endParaRPr>
          </a:p>
          <a:p>
            <a:r>
              <a:rPr lang="tr-TR" sz="1100">
                <a:solidFill>
                  <a:schemeClr val="tx2"/>
                </a:solidFill>
              </a:rPr>
              <a:t>Kredi kartı verileri için </a:t>
            </a:r>
            <a:r>
              <a:rPr lang="tr-TR" sz="1100" b="1">
                <a:solidFill>
                  <a:schemeClr val="tx2"/>
                </a:solidFill>
              </a:rPr>
              <a:t>PCI DSS</a:t>
            </a:r>
            <a:r>
              <a:rPr lang="tr-TR" sz="1100">
                <a:solidFill>
                  <a:schemeClr val="tx2"/>
                </a:solidFill>
              </a:rPr>
              <a:t> → Veriler hem </a:t>
            </a:r>
            <a:r>
              <a:rPr lang="tr-TR" sz="1100" b="1">
                <a:solidFill>
                  <a:schemeClr val="tx2"/>
                </a:solidFill>
              </a:rPr>
              <a:t>saklanırken</a:t>
            </a:r>
            <a:r>
              <a:rPr lang="tr-TR" sz="1100">
                <a:solidFill>
                  <a:schemeClr val="tx2"/>
                </a:solidFill>
              </a:rPr>
              <a:t> hem </a:t>
            </a:r>
            <a:r>
              <a:rPr lang="tr-TR" sz="1100" b="1">
                <a:solidFill>
                  <a:schemeClr val="tx2"/>
                </a:solidFill>
              </a:rPr>
              <a:t>iletilirken</a:t>
            </a:r>
            <a:r>
              <a:rPr lang="tr-TR" sz="1100">
                <a:solidFill>
                  <a:schemeClr val="tx2"/>
                </a:solidFill>
              </a:rPr>
              <a:t> şifrelenmelidir</a:t>
            </a:r>
          </a:p>
          <a:p>
            <a:r>
              <a:rPr lang="tr-TR" sz="1100">
                <a:solidFill>
                  <a:schemeClr val="tx2"/>
                </a:solidFill>
              </a:rPr>
              <a:t>Sağlık verileri için ülkeye göre farklı standartlar:</a:t>
            </a:r>
          </a:p>
          <a:p>
            <a:pPr lvl="1"/>
            <a:r>
              <a:rPr lang="tr-TR" sz="1100" b="1">
                <a:solidFill>
                  <a:schemeClr val="tx2"/>
                </a:solidFill>
              </a:rPr>
              <a:t>ABD:</a:t>
            </a:r>
            <a:r>
              <a:rPr lang="tr-TR" sz="1100">
                <a:solidFill>
                  <a:schemeClr val="tx2"/>
                </a:solidFill>
              </a:rPr>
              <a:t> HIPAA, HITECH</a:t>
            </a:r>
          </a:p>
          <a:p>
            <a:pPr lvl="1"/>
            <a:r>
              <a:rPr lang="tr-TR" sz="1100" b="1">
                <a:solidFill>
                  <a:schemeClr val="tx2"/>
                </a:solidFill>
              </a:rPr>
              <a:t>AB:</a:t>
            </a:r>
            <a:r>
              <a:rPr lang="tr-TR" sz="1100">
                <a:solidFill>
                  <a:schemeClr val="tx2"/>
                </a:solidFill>
              </a:rPr>
              <a:t> GDPR</a:t>
            </a:r>
          </a:p>
          <a:p>
            <a:pPr lvl="1"/>
            <a:r>
              <a:rPr lang="tr-TR" sz="1100" b="1">
                <a:solidFill>
                  <a:schemeClr val="tx2"/>
                </a:solidFill>
              </a:rPr>
              <a:t>İngiltere:</a:t>
            </a:r>
            <a:r>
              <a:rPr lang="tr-TR" sz="1100">
                <a:solidFill>
                  <a:schemeClr val="tx2"/>
                </a:solidFill>
              </a:rPr>
              <a:t> DPA</a:t>
            </a:r>
          </a:p>
          <a:p>
            <a:r>
              <a:rPr lang="tr-TR" sz="1100">
                <a:solidFill>
                  <a:schemeClr val="tx2"/>
                </a:solidFill>
              </a:rPr>
              <a:t>👉 </a:t>
            </a:r>
            <a:r>
              <a:rPr lang="tr-TR" sz="1100" b="1">
                <a:solidFill>
                  <a:schemeClr val="tx2"/>
                </a:solidFill>
              </a:rPr>
              <a:t>Sonuç:</a:t>
            </a:r>
            <a:r>
              <a:rPr lang="tr-TR" sz="1100">
                <a:solidFill>
                  <a:schemeClr val="tx2"/>
                </a:solidFill>
              </a:rPr>
              <a:t> Kriptografi, kullanıcıların çoğu zaman farkında olmadığı ancak dijital dünyada </a:t>
            </a:r>
            <a:r>
              <a:rPr lang="tr-TR" sz="1100" b="1">
                <a:solidFill>
                  <a:schemeClr val="tx2"/>
                </a:solidFill>
              </a:rPr>
              <a:t>zorunlu</a:t>
            </a:r>
            <a:r>
              <a:rPr lang="tr-TR" sz="1100">
                <a:solidFill>
                  <a:schemeClr val="tx2"/>
                </a:solidFill>
              </a:rPr>
              <a:t> ve </a:t>
            </a:r>
            <a:r>
              <a:rPr lang="tr-TR" sz="1100" b="1">
                <a:solidFill>
                  <a:schemeClr val="tx2"/>
                </a:solidFill>
              </a:rPr>
              <a:t>hayati</a:t>
            </a:r>
            <a:r>
              <a:rPr lang="tr-TR" sz="1100">
                <a:solidFill>
                  <a:schemeClr val="tx2"/>
                </a:solidFill>
              </a:rPr>
              <a:t> bir güvenlik katmanıdır.</a:t>
            </a:r>
          </a:p>
          <a:p>
            <a:endParaRPr lang="tr-TR" sz="1100">
              <a:solidFill>
                <a:schemeClr val="tx2"/>
              </a:solidFill>
            </a:endParaRPr>
          </a:p>
        </p:txBody>
      </p:sp>
    </p:spTree>
    <p:extLst>
      <p:ext uri="{BB962C8B-B14F-4D97-AF65-F5344CB8AC3E}">
        <p14:creationId xmlns:p14="http://schemas.microsoft.com/office/powerpoint/2010/main" val="36356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7" name="Group 26">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28" name="Freeform: Shape 27">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Shape 30">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F1E17AC-3BEE-D34A-26CC-D233892C245A}"/>
              </a:ext>
            </a:extLst>
          </p:cNvPr>
          <p:cNvSpPr>
            <a:spLocks noGrp="1"/>
          </p:cNvSpPr>
          <p:nvPr>
            <p:ph type="title"/>
          </p:nvPr>
        </p:nvSpPr>
        <p:spPr>
          <a:xfrm>
            <a:off x="804672" y="2053641"/>
            <a:ext cx="3669161" cy="2760098"/>
          </a:xfrm>
        </p:spPr>
        <p:txBody>
          <a:bodyPr>
            <a:normAutofit/>
          </a:bodyPr>
          <a:lstStyle/>
          <a:p>
            <a:r>
              <a:rPr lang="tr-TR" sz="4000">
                <a:solidFill>
                  <a:schemeClr val="tx2"/>
                </a:solidFill>
              </a:rPr>
              <a:t>Bazı terimler: </a:t>
            </a:r>
          </a:p>
        </p:txBody>
      </p:sp>
      <p:sp>
        <p:nvSpPr>
          <p:cNvPr id="3" name="Content Placeholder 2">
            <a:extLst>
              <a:ext uri="{FF2B5EF4-FFF2-40B4-BE49-F238E27FC236}">
                <a16:creationId xmlns:a16="http://schemas.microsoft.com/office/drawing/2014/main" id="{CBDCF2E2-0360-461F-021E-A4E28399D9E9}"/>
              </a:ext>
            </a:extLst>
          </p:cNvPr>
          <p:cNvSpPr>
            <a:spLocks noGrp="1"/>
          </p:cNvSpPr>
          <p:nvPr>
            <p:ph idx="1"/>
          </p:nvPr>
        </p:nvSpPr>
        <p:spPr>
          <a:xfrm>
            <a:off x="6090574" y="801866"/>
            <a:ext cx="5306084" cy="5230634"/>
          </a:xfrm>
          <a:noFill/>
          <a:ln>
            <a:noFill/>
          </a:ln>
        </p:spPr>
        <p:txBody>
          <a:bodyPr anchor="ctr">
            <a:normAutofit/>
          </a:bodyPr>
          <a:lstStyle/>
          <a:p>
            <a:r>
              <a:rPr lang="en-US" sz="1500" b="1">
                <a:solidFill>
                  <a:schemeClr val="tx2"/>
                </a:solidFill>
              </a:rPr>
              <a:t>Plaintext</a:t>
            </a:r>
            <a:r>
              <a:rPr lang="en-US" sz="1500">
                <a:solidFill>
                  <a:schemeClr val="tx2"/>
                </a:solidFill>
              </a:rPr>
              <a:t> orijinal, okunabilir mesaj veya veri şifrelenmeden önce. Bir belge, bir görüntü, bir multimedya dosyası veya başka herhangi bir ikili veri olabilir.</a:t>
            </a:r>
            <a:endParaRPr lang="tr-TR" sz="1500">
              <a:solidFill>
                <a:schemeClr val="tx2"/>
              </a:solidFill>
            </a:endParaRPr>
          </a:p>
          <a:p>
            <a:r>
              <a:rPr lang="en-US" sz="1500" b="1">
                <a:solidFill>
                  <a:schemeClr val="tx2"/>
                </a:solidFill>
              </a:rPr>
              <a:t>Ciphertext</a:t>
            </a:r>
            <a:r>
              <a:rPr lang="tr-TR" sz="1500" b="1">
                <a:solidFill>
                  <a:schemeClr val="tx2"/>
                </a:solidFill>
              </a:rPr>
              <a:t> </a:t>
            </a:r>
            <a:r>
              <a:rPr lang="en-US" sz="1500">
                <a:solidFill>
                  <a:schemeClr val="tx2"/>
                </a:solidFill>
              </a:rPr>
              <a:t>şifrelemeden sonra mesajın karıştırılmış ve okunamaz versiyonudur. İdeal olarak, orijinal açık metin hakkında sadece yaklaşık boyutu hakkında bilgi edinemeyiz.</a:t>
            </a:r>
            <a:endParaRPr lang="tr-TR" sz="1500">
              <a:solidFill>
                <a:schemeClr val="tx2"/>
              </a:solidFill>
            </a:endParaRPr>
          </a:p>
          <a:p>
            <a:r>
              <a:rPr lang="en-US" sz="1500" b="1">
                <a:solidFill>
                  <a:schemeClr val="tx2"/>
                </a:solidFill>
              </a:rPr>
              <a:t>Cipher</a:t>
            </a:r>
            <a:r>
              <a:rPr lang="en-US" sz="1500">
                <a:solidFill>
                  <a:schemeClr val="tx2"/>
                </a:solidFill>
              </a:rPr>
              <a:t> düz metni şifreli metne dönüştürüp tekrar geri çevirmek için kullanılan bir algoritma veya yöntemdir. Bir şifre genellikle bir matematikçi tarafından geliştirilir.</a:t>
            </a:r>
          </a:p>
          <a:p>
            <a:r>
              <a:rPr lang="en-US" sz="1500" b="1">
                <a:solidFill>
                  <a:schemeClr val="tx2"/>
                </a:solidFill>
              </a:rPr>
              <a:t>Key</a:t>
            </a:r>
            <a:r>
              <a:rPr lang="tr-TR" sz="1500" b="1">
                <a:solidFill>
                  <a:schemeClr val="tx2"/>
                </a:solidFill>
              </a:rPr>
              <a:t> </a:t>
            </a:r>
            <a:r>
              <a:rPr lang="en-US" sz="1500">
                <a:solidFill>
                  <a:schemeClr val="tx2"/>
                </a:solidFill>
              </a:rPr>
              <a:t>şifrenin verileri şifrelemek veya çözmek için kullandığı bir bit dizisi. Genel olarak, kullanılan şifre kamuoyuna açıktır; ancak anahtar, asimetrik şifrelemede açık anahtar olmadıkça gizli kalmalıdır. Daha sonraki bir görevde asimetrik şifrelemeye bakacağız.</a:t>
            </a:r>
            <a:endParaRPr lang="tr-TR" sz="1500">
              <a:solidFill>
                <a:schemeClr val="tx2"/>
              </a:solidFill>
            </a:endParaRPr>
          </a:p>
          <a:p>
            <a:r>
              <a:rPr lang="en-US" sz="1500" b="1">
                <a:solidFill>
                  <a:schemeClr val="tx2"/>
                </a:solidFill>
              </a:rPr>
              <a:t>Encryption</a:t>
            </a:r>
            <a:r>
              <a:rPr lang="tr-TR" sz="1500" b="1">
                <a:solidFill>
                  <a:schemeClr val="tx2"/>
                </a:solidFill>
              </a:rPr>
              <a:t> </a:t>
            </a:r>
            <a:r>
              <a:rPr lang="en-US" sz="1500">
                <a:solidFill>
                  <a:schemeClr val="tx2"/>
                </a:solidFill>
              </a:rPr>
              <a:t>şifre ve anahtar kullanılarak düz metnin şifreli metne dönüştürülmesi sürecidir. Anahtarın aksine, şifre seçimi açıklanır.</a:t>
            </a:r>
            <a:endParaRPr lang="tr-TR" sz="1500">
              <a:solidFill>
                <a:schemeClr val="tx2"/>
              </a:solidFill>
            </a:endParaRPr>
          </a:p>
          <a:p>
            <a:r>
              <a:rPr lang="en-US" sz="1500" b="1">
                <a:solidFill>
                  <a:schemeClr val="tx2"/>
                </a:solidFill>
              </a:rPr>
              <a:t>Decryption</a:t>
            </a:r>
            <a:r>
              <a:rPr lang="tr-TR" sz="1500" b="1">
                <a:solidFill>
                  <a:schemeClr val="tx2"/>
                </a:solidFill>
              </a:rPr>
              <a:t> </a:t>
            </a:r>
            <a:r>
              <a:rPr lang="en-US" sz="1500">
                <a:solidFill>
                  <a:schemeClr val="tx2"/>
                </a:solidFill>
              </a:rPr>
              <a:t>şifreleme işleminin ters yoludur; şifreli metnin şifre ve anahtar kullanılarak tekrar düz metne dönüştürülür. Şifre kamuya açık olsa da, anahtarı bilmeden açık metnin geri kazanılması imkansız (mümkün değil) olmalıdır.</a:t>
            </a:r>
            <a:endParaRPr lang="tr-TR" sz="1500">
              <a:solidFill>
                <a:schemeClr val="tx2"/>
              </a:solidFill>
            </a:endParaRPr>
          </a:p>
        </p:txBody>
      </p:sp>
    </p:spTree>
    <p:extLst>
      <p:ext uri="{BB962C8B-B14F-4D97-AF65-F5344CB8AC3E}">
        <p14:creationId xmlns:p14="http://schemas.microsoft.com/office/powerpoint/2010/main" val="15062199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37" name="Group 36">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21" name="Freeform: Shape 20">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4B244671-54E1-A3A3-EAE5-65C0F64FAB47}"/>
              </a:ext>
            </a:extLst>
          </p:cNvPr>
          <p:cNvSpPr>
            <a:spLocks noGrp="1"/>
          </p:cNvSpPr>
          <p:nvPr>
            <p:ph type="title"/>
          </p:nvPr>
        </p:nvSpPr>
        <p:spPr>
          <a:xfrm>
            <a:off x="804672" y="2053641"/>
            <a:ext cx="3669161" cy="2760098"/>
          </a:xfrm>
        </p:spPr>
        <p:txBody>
          <a:bodyPr>
            <a:normAutofit/>
          </a:bodyPr>
          <a:lstStyle/>
          <a:p>
            <a:r>
              <a:rPr lang="tr-TR" sz="4000">
                <a:solidFill>
                  <a:schemeClr val="tx2"/>
                </a:solidFill>
              </a:rPr>
              <a:t>Caesar Cipher </a:t>
            </a:r>
          </a:p>
        </p:txBody>
      </p:sp>
      <p:sp>
        <p:nvSpPr>
          <p:cNvPr id="4" name="Rectangle 1">
            <a:extLst>
              <a:ext uri="{FF2B5EF4-FFF2-40B4-BE49-F238E27FC236}">
                <a16:creationId xmlns:a16="http://schemas.microsoft.com/office/drawing/2014/main" id="{3FDE228D-98B2-4FA1-A44D-AFF394ED0833}"/>
              </a:ext>
            </a:extLst>
          </p:cNvPr>
          <p:cNvSpPr>
            <a:spLocks noGrp="1" noChangeArrowheads="1"/>
          </p:cNvSpPr>
          <p:nvPr>
            <p:ph idx="1"/>
          </p:nvPr>
        </p:nvSpPr>
        <p:spPr bwMode="auto">
          <a:xfrm>
            <a:off x="6090574" y="801866"/>
            <a:ext cx="5306084" cy="52306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ct val="0"/>
              </a:spcAft>
              <a:buClrTx/>
              <a:buSzTx/>
              <a:buFontTx/>
              <a:buChar char="•"/>
              <a:tabLst/>
            </a:pPr>
            <a:r>
              <a:rPr kumimoji="0" lang="tr-TR" altLang="tr-TR" sz="1400" b="0" i="0" u="none" strike="noStrike" cap="none" normalizeH="0" baseline="0">
                <a:ln>
                  <a:noFill/>
                </a:ln>
                <a:solidFill>
                  <a:schemeClr val="tx2"/>
                </a:solidFill>
                <a:effectLst/>
                <a:latin typeface="Arial" panose="020B0604020202020204" pitchFamily="34" charset="0"/>
              </a:rPr>
              <a:t>Caesar Cipher, </a:t>
            </a:r>
            <a:r>
              <a:rPr kumimoji="0" lang="tr-TR" altLang="tr-TR" sz="1400" b="1" i="0" u="none" strike="noStrike" cap="none" normalizeH="0" baseline="0">
                <a:ln>
                  <a:noFill/>
                </a:ln>
                <a:solidFill>
                  <a:schemeClr val="tx2"/>
                </a:solidFill>
                <a:effectLst/>
                <a:latin typeface="Arial" panose="020B0604020202020204" pitchFamily="34" charset="0"/>
              </a:rPr>
              <a:t>en eski ve en basit şifreleme yöntemlerinden biridir</a:t>
            </a:r>
            <a:r>
              <a:rPr kumimoji="0" lang="tr-TR" altLang="tr-TR" sz="1400" b="0" i="0" u="none" strike="noStrike" cap="none" normalizeH="0" baseline="0">
                <a:ln>
                  <a:noFill/>
                </a:ln>
                <a:solidFill>
                  <a:schemeClr val="tx2"/>
                </a:solidFill>
                <a:effectLst/>
                <a:latin typeface="Arial" panose="020B0604020202020204" pitchFamily="34" charset="0"/>
              </a:rPr>
              <a:t>.</a:t>
            </a:r>
          </a:p>
          <a:p>
            <a:pPr marL="0" marR="0" lvl="0" indent="0" defTabSz="914400" rtl="0" eaLnBrk="0" fontAlgn="base" latinLnBrk="0" hangingPunct="0">
              <a:spcBef>
                <a:spcPct val="0"/>
              </a:spcBef>
              <a:spcAft>
                <a:spcPct val="0"/>
              </a:spcAft>
              <a:buClrTx/>
              <a:buSzTx/>
              <a:buFontTx/>
              <a:buChar char="•"/>
              <a:tabLst/>
            </a:pPr>
            <a:r>
              <a:rPr kumimoji="0" lang="tr-TR" altLang="tr-TR" sz="1400" b="0" i="0" u="none" strike="noStrike" cap="none" normalizeH="0" baseline="0">
                <a:ln>
                  <a:noFill/>
                </a:ln>
                <a:solidFill>
                  <a:schemeClr val="tx2"/>
                </a:solidFill>
                <a:effectLst/>
                <a:latin typeface="Arial" panose="020B0604020202020204" pitchFamily="34" charset="0"/>
              </a:rPr>
              <a:t>Julius Caesar tarafından askeri haberleşmede kullanılmıştır.</a:t>
            </a:r>
          </a:p>
          <a:p>
            <a:pPr marL="0" marR="0" lvl="0" indent="0" defTabSz="914400" rtl="0" eaLnBrk="0" fontAlgn="base" latinLnBrk="0" hangingPunct="0">
              <a:spcBef>
                <a:spcPct val="0"/>
              </a:spcBef>
              <a:spcAft>
                <a:spcPct val="0"/>
              </a:spcAft>
              <a:buClrTx/>
              <a:buSzTx/>
              <a:buFontTx/>
              <a:buChar char="•"/>
              <a:tabLst/>
            </a:pPr>
            <a:r>
              <a:rPr kumimoji="0" lang="tr-TR" altLang="tr-TR" sz="1400" b="0" i="0" u="none" strike="noStrike" cap="none" normalizeH="0" baseline="0">
                <a:ln>
                  <a:noFill/>
                </a:ln>
                <a:solidFill>
                  <a:schemeClr val="tx2"/>
                </a:solidFill>
                <a:effectLst/>
                <a:latin typeface="Arial" panose="020B0604020202020204" pitchFamily="34" charset="0"/>
              </a:rPr>
              <a:t>Bir </a:t>
            </a:r>
            <a:r>
              <a:rPr kumimoji="0" lang="tr-TR" altLang="tr-TR" sz="1400" b="1" i="0" u="none" strike="noStrike" cap="none" normalizeH="0" baseline="0">
                <a:ln>
                  <a:noFill/>
                </a:ln>
                <a:solidFill>
                  <a:schemeClr val="tx2"/>
                </a:solidFill>
                <a:effectLst/>
                <a:latin typeface="Arial" panose="020B0604020202020204" pitchFamily="34" charset="0"/>
              </a:rPr>
              <a:t>yerine koyma (substitution) şifreleme</a:t>
            </a:r>
            <a:r>
              <a:rPr kumimoji="0" lang="tr-TR" altLang="tr-TR" sz="1400" b="0" i="0" u="none" strike="noStrike" cap="none" normalizeH="0" baseline="0">
                <a:ln>
                  <a:noFill/>
                </a:ln>
                <a:solidFill>
                  <a:schemeClr val="tx2"/>
                </a:solidFill>
                <a:effectLst/>
                <a:latin typeface="Arial" panose="020B0604020202020204" pitchFamily="34" charset="0"/>
              </a:rPr>
              <a:t> yöntemidir.</a:t>
            </a:r>
          </a:p>
          <a:p>
            <a:pPr marL="0" marR="0" lvl="0" indent="0" defTabSz="914400" rtl="0" eaLnBrk="0" fontAlgn="base" latinLnBrk="0" hangingPunct="0">
              <a:spcBef>
                <a:spcPct val="0"/>
              </a:spcBef>
              <a:spcAft>
                <a:spcPct val="0"/>
              </a:spcAft>
              <a:buClrTx/>
              <a:buSzTx/>
              <a:buFontTx/>
              <a:buChar char="•"/>
              <a:tabLst/>
            </a:pPr>
            <a:r>
              <a:rPr kumimoji="0" lang="tr-TR" altLang="tr-TR" sz="1400" b="0" i="0" u="none" strike="noStrike" cap="none" normalizeH="0" baseline="0">
                <a:ln>
                  <a:noFill/>
                </a:ln>
                <a:solidFill>
                  <a:schemeClr val="tx2"/>
                </a:solidFill>
                <a:effectLst/>
                <a:latin typeface="Arial" panose="020B0604020202020204" pitchFamily="34" charset="0"/>
              </a:rPr>
              <a:t>Harfler, alfabede </a:t>
            </a:r>
            <a:r>
              <a:rPr kumimoji="0" lang="tr-TR" altLang="tr-TR" sz="1400" b="1" i="0" u="none" strike="noStrike" cap="none" normalizeH="0" baseline="0">
                <a:ln>
                  <a:noFill/>
                </a:ln>
                <a:solidFill>
                  <a:schemeClr val="tx2"/>
                </a:solidFill>
                <a:effectLst/>
                <a:latin typeface="Arial" panose="020B0604020202020204" pitchFamily="34" charset="0"/>
              </a:rPr>
              <a:t>sabit bir sayı (shift / anahtar)</a:t>
            </a:r>
            <a:r>
              <a:rPr kumimoji="0" lang="tr-TR" altLang="tr-TR" sz="1400" b="0" i="0" u="none" strike="noStrike" cap="none" normalizeH="0" baseline="0">
                <a:ln>
                  <a:noFill/>
                </a:ln>
                <a:solidFill>
                  <a:schemeClr val="tx2"/>
                </a:solidFill>
                <a:effectLst/>
                <a:latin typeface="Arial" panose="020B0604020202020204" pitchFamily="34" charset="0"/>
              </a:rPr>
              <a:t> kadar kaydırılır.</a:t>
            </a:r>
          </a:p>
          <a:p>
            <a:pPr marL="0" indent="0">
              <a:buNone/>
            </a:pPr>
            <a:endParaRPr lang="tr-TR" sz="1400" b="1">
              <a:solidFill>
                <a:schemeClr val="tx2"/>
              </a:solidFill>
            </a:endParaRPr>
          </a:p>
          <a:p>
            <a:pPr marL="0" indent="0">
              <a:buNone/>
            </a:pPr>
            <a:r>
              <a:rPr lang="tr-TR" sz="1400" b="1">
                <a:solidFill>
                  <a:schemeClr val="tx2"/>
                </a:solidFill>
              </a:rPr>
              <a:t>Nasıl Çalışır?</a:t>
            </a:r>
          </a:p>
          <a:p>
            <a:r>
              <a:rPr lang="tr-TR" sz="1400">
                <a:solidFill>
                  <a:schemeClr val="tx2"/>
                </a:solidFill>
              </a:rPr>
              <a:t>Alfabe sayılara dönüştürülür:</a:t>
            </a:r>
            <a:br>
              <a:rPr lang="tr-TR" sz="1400">
                <a:solidFill>
                  <a:schemeClr val="tx2"/>
                </a:solidFill>
              </a:rPr>
            </a:br>
            <a:r>
              <a:rPr lang="tr-TR" sz="1400" b="1">
                <a:solidFill>
                  <a:schemeClr val="tx2"/>
                </a:solidFill>
              </a:rPr>
              <a:t>A = 0, B = 1, …, Z = 25</a:t>
            </a:r>
            <a:endParaRPr lang="tr-TR" sz="1400">
              <a:solidFill>
                <a:schemeClr val="tx2"/>
              </a:solidFill>
            </a:endParaRPr>
          </a:p>
          <a:p>
            <a:r>
              <a:rPr lang="tr-TR" sz="1400">
                <a:solidFill>
                  <a:schemeClr val="tx2"/>
                </a:solidFill>
              </a:rPr>
              <a:t>Her harf, belirlenen </a:t>
            </a:r>
            <a:r>
              <a:rPr lang="tr-TR" sz="1400" b="1">
                <a:solidFill>
                  <a:schemeClr val="tx2"/>
                </a:solidFill>
              </a:rPr>
              <a:t>n kadar ileri kaydırılır</a:t>
            </a:r>
            <a:r>
              <a:rPr lang="tr-TR" sz="1400">
                <a:solidFill>
                  <a:schemeClr val="tx2"/>
                </a:solidFill>
              </a:rPr>
              <a:t>.</a:t>
            </a:r>
          </a:p>
          <a:p>
            <a:r>
              <a:rPr lang="tr-TR" sz="1400">
                <a:solidFill>
                  <a:schemeClr val="tx2"/>
                </a:solidFill>
              </a:rPr>
              <a:t>Z’den sonra tekrar A’ya dönülür (mod 26).</a:t>
            </a:r>
          </a:p>
          <a:p>
            <a:endParaRPr lang="tr-TR" sz="1400">
              <a:solidFill>
                <a:schemeClr val="tx2"/>
              </a:solidFill>
            </a:endParaRPr>
          </a:p>
          <a:p>
            <a:r>
              <a:rPr lang="tr-TR" sz="1400" b="1">
                <a:solidFill>
                  <a:schemeClr val="tx2"/>
                </a:solidFill>
              </a:rPr>
              <a:t>Temel Özellikler</a:t>
            </a:r>
          </a:p>
          <a:p>
            <a:r>
              <a:rPr lang="tr-TR" sz="1400">
                <a:solidFill>
                  <a:schemeClr val="tx2"/>
                </a:solidFill>
              </a:rPr>
              <a:t>Simetrik şifreleme (aynı anahtar kullanılır)</a:t>
            </a:r>
          </a:p>
          <a:p>
            <a:r>
              <a:rPr lang="tr-TR" sz="1400">
                <a:solidFill>
                  <a:schemeClr val="tx2"/>
                </a:solidFill>
              </a:rPr>
              <a:t>Sabit anahtar (1–25 arası)</a:t>
            </a:r>
          </a:p>
          <a:p>
            <a:r>
              <a:rPr lang="tr-TR" sz="1400" b="1">
                <a:solidFill>
                  <a:schemeClr val="tx2"/>
                </a:solidFill>
              </a:rPr>
              <a:t>Anahtar uzayı çok küçüktür (26 ihtimal)</a:t>
            </a:r>
            <a:endParaRPr lang="tr-TR" sz="1400">
              <a:solidFill>
                <a:schemeClr val="tx2"/>
              </a:solidFill>
            </a:endParaRPr>
          </a:p>
          <a:p>
            <a:r>
              <a:rPr lang="tr-TR" sz="1400">
                <a:solidFill>
                  <a:schemeClr val="tx2"/>
                </a:solidFill>
              </a:rPr>
              <a:t>Brute-force saldırılarına açıktır</a:t>
            </a:r>
          </a:p>
          <a:p>
            <a:r>
              <a:rPr lang="tr-TR" sz="1400">
                <a:solidFill>
                  <a:schemeClr val="tx2"/>
                </a:solidFill>
              </a:rPr>
              <a:t>Öğrenmesi ve uygulaması çok kolaydır</a:t>
            </a:r>
            <a:endParaRPr lang="tr-TR" sz="1400" b="1">
              <a:solidFill>
                <a:schemeClr val="tx2"/>
              </a:solidFill>
            </a:endParaRPr>
          </a:p>
          <a:p>
            <a:endParaRPr lang="tr-TR" sz="1400">
              <a:solidFill>
                <a:schemeClr val="tx2"/>
              </a:solidFill>
            </a:endParaRPr>
          </a:p>
          <a:p>
            <a:pPr marL="0" marR="0" lvl="0" indent="0" defTabSz="914400" rtl="0" eaLnBrk="0" fontAlgn="base" latinLnBrk="0" hangingPunct="0">
              <a:spcBef>
                <a:spcPct val="0"/>
              </a:spcBef>
              <a:spcAft>
                <a:spcPct val="0"/>
              </a:spcAft>
              <a:buClrTx/>
              <a:buSzTx/>
              <a:buFontTx/>
              <a:buChar char="•"/>
              <a:tabLst/>
            </a:pPr>
            <a:endParaRPr kumimoji="0" lang="tr-TR" altLang="tr-TR" sz="1400" b="0" i="0" u="none" strike="noStrike" cap="none" normalizeH="0" baseline="0">
              <a:ln>
                <a:noFill/>
              </a:ln>
              <a:solidFill>
                <a:schemeClr val="tx2"/>
              </a:solidFill>
              <a:effectLst/>
              <a:latin typeface="Arial" panose="020B0604020202020204" pitchFamily="34" charset="0"/>
            </a:endParaRPr>
          </a:p>
        </p:txBody>
      </p:sp>
      <p:sp>
        <p:nvSpPr>
          <p:cNvPr id="5" name="TextBox 4">
            <a:extLst>
              <a:ext uri="{FF2B5EF4-FFF2-40B4-BE49-F238E27FC236}">
                <a16:creationId xmlns:a16="http://schemas.microsoft.com/office/drawing/2014/main" id="{0095108A-4BF9-0009-AE3D-F60269766D14}"/>
              </a:ext>
            </a:extLst>
          </p:cNvPr>
          <p:cNvSpPr txBox="1"/>
          <p:nvPr/>
        </p:nvSpPr>
        <p:spPr>
          <a:xfrm>
            <a:off x="4817806" y="5948516"/>
            <a:ext cx="7256207" cy="646331"/>
          </a:xfrm>
          <a:prstGeom prst="rect">
            <a:avLst/>
          </a:prstGeom>
          <a:noFill/>
        </p:spPr>
        <p:txBody>
          <a:bodyPr wrap="square" rtlCol="0">
            <a:spAutoFit/>
          </a:bodyPr>
          <a:lstStyle/>
          <a:p>
            <a:r>
              <a:rPr lang="tr-TR" dirty="0">
                <a:hlinkClick r:id="rId2"/>
              </a:rPr>
              <a:t>https://cryptii.com/pipes/caesar-cipher</a:t>
            </a:r>
            <a:endParaRPr lang="tr-TR" dirty="0"/>
          </a:p>
          <a:p>
            <a:endParaRPr lang="tr-TR" dirty="0"/>
          </a:p>
        </p:txBody>
      </p:sp>
      <p:sp>
        <p:nvSpPr>
          <p:cNvPr id="6" name="TextBox 5">
            <a:extLst>
              <a:ext uri="{FF2B5EF4-FFF2-40B4-BE49-F238E27FC236}">
                <a16:creationId xmlns:a16="http://schemas.microsoft.com/office/drawing/2014/main" id="{E51CC9C3-9DFB-63D9-D488-442B93C2B72C}"/>
              </a:ext>
            </a:extLst>
          </p:cNvPr>
          <p:cNvSpPr txBox="1"/>
          <p:nvPr/>
        </p:nvSpPr>
        <p:spPr>
          <a:xfrm>
            <a:off x="4817806" y="6328447"/>
            <a:ext cx="6705600" cy="369332"/>
          </a:xfrm>
          <a:prstGeom prst="rect">
            <a:avLst/>
          </a:prstGeom>
          <a:noFill/>
        </p:spPr>
        <p:txBody>
          <a:bodyPr wrap="square" rtlCol="0">
            <a:spAutoFit/>
          </a:bodyPr>
          <a:lstStyle/>
          <a:p>
            <a:r>
              <a:rPr lang="tr-TR" dirty="0">
                <a:solidFill>
                  <a:srgbClr val="92D050"/>
                </a:solidFill>
              </a:rPr>
              <a:t>LET’S CODİNG !!!</a:t>
            </a:r>
          </a:p>
        </p:txBody>
      </p:sp>
    </p:spTree>
    <p:extLst>
      <p:ext uri="{BB962C8B-B14F-4D97-AF65-F5344CB8AC3E}">
        <p14:creationId xmlns:p14="http://schemas.microsoft.com/office/powerpoint/2010/main" val="24720603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A4C2D731-A1F2-A56E-BEA9-CA74ABD98131}"/>
              </a:ext>
            </a:extLst>
          </p:cNvPr>
          <p:cNvSpPr>
            <a:spLocks noGrp="1"/>
          </p:cNvSpPr>
          <p:nvPr>
            <p:ph type="title"/>
          </p:nvPr>
        </p:nvSpPr>
        <p:spPr>
          <a:xfrm>
            <a:off x="1961675" y="2697579"/>
            <a:ext cx="8510768" cy="973394"/>
          </a:xfrm>
        </p:spPr>
        <p:txBody>
          <a:bodyPr vert="horz" lIns="91440" tIns="45720" rIns="91440" bIns="45720" rtlCol="0" anchor="b">
            <a:normAutofit/>
          </a:bodyPr>
          <a:lstStyle/>
          <a:p>
            <a:pPr algn="ctr"/>
            <a:r>
              <a:rPr lang="en-US" sz="5200" kern="1200">
                <a:solidFill>
                  <a:schemeClr val="tx2"/>
                </a:solidFill>
                <a:latin typeface="+mj-lt"/>
                <a:ea typeface="+mj-ea"/>
                <a:cs typeface="+mj-cs"/>
              </a:rPr>
              <a:t> </a:t>
            </a:r>
            <a:endParaRPr lang="en-US" sz="5200" kern="1200" dirty="0">
              <a:solidFill>
                <a:schemeClr val="tx2"/>
              </a:solidFill>
              <a:latin typeface="+mj-lt"/>
              <a:ea typeface="+mj-ea"/>
              <a:cs typeface="+mj-cs"/>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TextBox 3">
            <a:extLst>
              <a:ext uri="{FF2B5EF4-FFF2-40B4-BE49-F238E27FC236}">
                <a16:creationId xmlns:a16="http://schemas.microsoft.com/office/drawing/2014/main" id="{13299886-2D80-E003-1FBE-A152B144A58C}"/>
              </a:ext>
            </a:extLst>
          </p:cNvPr>
          <p:cNvSpPr txBox="1"/>
          <p:nvPr/>
        </p:nvSpPr>
        <p:spPr>
          <a:xfrm>
            <a:off x="4700399" y="3149894"/>
            <a:ext cx="5791200" cy="523220"/>
          </a:xfrm>
          <a:prstGeom prst="rect">
            <a:avLst/>
          </a:prstGeom>
          <a:noFill/>
        </p:spPr>
        <p:txBody>
          <a:bodyPr wrap="square" rtlCol="0">
            <a:spAutoFit/>
          </a:bodyPr>
          <a:lstStyle/>
          <a:p>
            <a:r>
              <a:rPr lang="tr-TR" sz="2800" dirty="0"/>
              <a:t>!!! Break Time !!!</a:t>
            </a:r>
          </a:p>
        </p:txBody>
      </p:sp>
      <p:pic>
        <p:nvPicPr>
          <p:cNvPr id="35" name="Picture 34">
            <a:extLst>
              <a:ext uri="{FF2B5EF4-FFF2-40B4-BE49-F238E27FC236}">
                <a16:creationId xmlns:a16="http://schemas.microsoft.com/office/drawing/2014/main" id="{843C49AB-33EC-E56F-648A-21728E66ED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101" y="481649"/>
            <a:ext cx="3659432" cy="2406474"/>
          </a:xfrm>
          <a:prstGeom prst="rect">
            <a:avLst/>
          </a:prstGeom>
        </p:spPr>
      </p:pic>
      <p:pic>
        <p:nvPicPr>
          <p:cNvPr id="37" name="Picture 36">
            <a:extLst>
              <a:ext uri="{FF2B5EF4-FFF2-40B4-BE49-F238E27FC236}">
                <a16:creationId xmlns:a16="http://schemas.microsoft.com/office/drawing/2014/main" id="{84D492DF-DC6A-8628-B51D-350E6595D7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26287" y="3028502"/>
            <a:ext cx="3306344" cy="3306344"/>
          </a:xfrm>
          <a:prstGeom prst="rect">
            <a:avLst/>
          </a:prstGeom>
        </p:spPr>
      </p:pic>
    </p:spTree>
    <p:extLst>
      <p:ext uri="{BB962C8B-B14F-4D97-AF65-F5344CB8AC3E}">
        <p14:creationId xmlns:p14="http://schemas.microsoft.com/office/powerpoint/2010/main" val="23268684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2C0DBC1-B064-20E4-F1AE-0ACA79D09382}"/>
              </a:ext>
            </a:extLst>
          </p:cNvPr>
          <p:cNvSpPr>
            <a:spLocks noGrp="1"/>
          </p:cNvSpPr>
          <p:nvPr>
            <p:ph type="title"/>
          </p:nvPr>
        </p:nvSpPr>
        <p:spPr>
          <a:xfrm>
            <a:off x="1137034" y="609597"/>
            <a:ext cx="9392421" cy="1330841"/>
          </a:xfrm>
        </p:spPr>
        <p:txBody>
          <a:bodyPr>
            <a:normAutofit/>
          </a:bodyPr>
          <a:lstStyle/>
          <a:p>
            <a:r>
              <a:rPr lang="tr-TR"/>
              <a:t>Symmetric Encription</a:t>
            </a:r>
            <a:endParaRPr lang="tr-TR" dirty="0"/>
          </a:p>
        </p:txBody>
      </p:sp>
      <p:sp>
        <p:nvSpPr>
          <p:cNvPr id="4" name="Rectangle 1">
            <a:extLst>
              <a:ext uri="{FF2B5EF4-FFF2-40B4-BE49-F238E27FC236}">
                <a16:creationId xmlns:a16="http://schemas.microsoft.com/office/drawing/2014/main" id="{8941F543-CE2B-F38A-5027-35C8D58367D7}"/>
              </a:ext>
            </a:extLst>
          </p:cNvPr>
          <p:cNvSpPr>
            <a:spLocks noGrp="1" noChangeArrowheads="1"/>
          </p:cNvSpPr>
          <p:nvPr>
            <p:ph idx="1"/>
          </p:nvPr>
        </p:nvSpPr>
        <p:spPr bwMode="auto">
          <a:xfrm>
            <a:off x="1137034" y="2198362"/>
            <a:ext cx="4958966" cy="391777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tr-TR" altLang="tr-TR" sz="2000" b="1" i="0" u="none" strike="noStrike" cap="none" normalizeH="0" baseline="0">
                <a:ln>
                  <a:noFill/>
                </a:ln>
                <a:effectLst/>
                <a:latin typeface="Arial" panose="020B0604020202020204" pitchFamily="34" charset="0"/>
              </a:rPr>
              <a:t>Şifreleme ve şifre çözmede aynı anahtar kullanılır</a:t>
            </a:r>
            <a:endParaRPr kumimoji="0" lang="tr-TR" altLang="tr-TR" sz="20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tr-TR" altLang="tr-TR" sz="2000" b="0" i="0" u="none" strike="noStrike" cap="none" normalizeH="0" baseline="0">
                <a:ln>
                  <a:noFill/>
                </a:ln>
                <a:effectLst/>
                <a:latin typeface="Arial" panose="020B0604020202020204" pitchFamily="34" charset="0"/>
              </a:rPr>
              <a:t>Gönderen ve alıcı anahtarı </a:t>
            </a:r>
            <a:r>
              <a:rPr kumimoji="0" lang="tr-TR" altLang="tr-TR" sz="2000" b="1" i="0" u="none" strike="noStrike" cap="none" normalizeH="0" baseline="0">
                <a:ln>
                  <a:noFill/>
                </a:ln>
                <a:effectLst/>
                <a:latin typeface="Arial" panose="020B0604020202020204" pitchFamily="34" charset="0"/>
              </a:rPr>
              <a:t>önceden paylaşır</a:t>
            </a:r>
            <a:endParaRPr kumimoji="0" lang="tr-TR" altLang="tr-TR" sz="20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tr-TR" altLang="tr-TR" sz="2000" b="1" i="0" u="none" strike="noStrike" cap="none" normalizeH="0" baseline="0">
                <a:ln>
                  <a:noFill/>
                </a:ln>
                <a:effectLst/>
                <a:latin typeface="Arial" panose="020B0604020202020204" pitchFamily="34" charset="0"/>
              </a:rPr>
              <a:t>Hızlı ve verimlidir</a:t>
            </a:r>
            <a:endParaRPr kumimoji="0" lang="tr-TR" altLang="tr-TR" sz="20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tr-TR" altLang="tr-TR" sz="2000" b="0" i="0" u="none" strike="noStrike" cap="none" normalizeH="0" baseline="0">
                <a:ln>
                  <a:noFill/>
                </a:ln>
                <a:effectLst/>
                <a:latin typeface="Arial" panose="020B0604020202020204" pitchFamily="34" charset="0"/>
              </a:rPr>
              <a:t>Büyük veri şifrelemede tercih edilir</a:t>
            </a:r>
          </a:p>
          <a:p>
            <a:pPr marL="0" marR="0" lvl="0" indent="0" defTabSz="914400" rtl="0" eaLnBrk="0" fontAlgn="base" latinLnBrk="0" hangingPunct="0">
              <a:spcBef>
                <a:spcPct val="0"/>
              </a:spcBef>
              <a:spcAft>
                <a:spcPts val="600"/>
              </a:spcAft>
              <a:buClrTx/>
              <a:buSzTx/>
              <a:buFontTx/>
              <a:buChar char="•"/>
              <a:tabLst/>
            </a:pPr>
            <a:r>
              <a:rPr kumimoji="0" lang="tr-TR" altLang="tr-TR" sz="2000" b="1" i="0" u="none" strike="noStrike" cap="none" normalizeH="0" baseline="0">
                <a:ln>
                  <a:noFill/>
                </a:ln>
                <a:effectLst/>
                <a:latin typeface="Arial" panose="020B0604020202020204" pitchFamily="34" charset="0"/>
              </a:rPr>
              <a:t>Anahtar ele geçirilirse güvenlik tamamen bozulur</a:t>
            </a:r>
            <a:endParaRPr kumimoji="0" lang="tr-TR" altLang="tr-TR" sz="20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tr-TR" altLang="tr-TR" sz="2000" b="1" i="0" u="none" strike="noStrike" cap="none" normalizeH="0" baseline="0">
                <a:ln>
                  <a:noFill/>
                </a:ln>
                <a:effectLst/>
                <a:latin typeface="Arial" panose="020B0604020202020204" pitchFamily="34" charset="0"/>
              </a:rPr>
              <a:t>Caesar Cipher, AES, DES</a:t>
            </a:r>
            <a:r>
              <a:rPr kumimoji="0" lang="tr-TR" altLang="tr-TR" sz="2000" b="0" i="0" u="none" strike="noStrike" cap="none" normalizeH="0" baseline="0">
                <a:ln>
                  <a:noFill/>
                </a:ln>
                <a:effectLst/>
                <a:latin typeface="Arial" panose="020B0604020202020204" pitchFamily="34" charset="0"/>
              </a:rPr>
              <a:t> simetrik şifrelemeye örnektir</a:t>
            </a:r>
          </a:p>
          <a:p>
            <a:pPr marL="0" marR="0" lvl="0" indent="0" defTabSz="914400" rtl="0" eaLnBrk="0" fontAlgn="base" latinLnBrk="0" hangingPunct="0">
              <a:spcBef>
                <a:spcPct val="0"/>
              </a:spcBef>
              <a:spcAft>
                <a:spcPts val="600"/>
              </a:spcAft>
              <a:buClrTx/>
              <a:buSzTx/>
              <a:buFontTx/>
              <a:buChar char="•"/>
              <a:tabLst/>
            </a:pPr>
            <a:endParaRPr kumimoji="0" lang="tr-TR" altLang="tr-TR" sz="2000" b="0" i="0" u="none" strike="noStrike" cap="none" normalizeH="0" baseline="0">
              <a:ln>
                <a:noFill/>
              </a:ln>
              <a:effectLst/>
              <a:latin typeface="Arial" panose="020B0604020202020204" pitchFamily="34" charset="0"/>
            </a:endParaRPr>
          </a:p>
        </p:txBody>
      </p:sp>
      <p:pic>
        <p:nvPicPr>
          <p:cNvPr id="6" name="Picture 5">
            <a:extLst>
              <a:ext uri="{FF2B5EF4-FFF2-40B4-BE49-F238E27FC236}">
                <a16:creationId xmlns:a16="http://schemas.microsoft.com/office/drawing/2014/main" id="{8C37FD32-BE53-BBFF-43AB-2073BF5F2C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0119" y="2311121"/>
            <a:ext cx="6451043" cy="3225521"/>
          </a:xfrm>
          <a:prstGeom prst="rect">
            <a:avLst/>
          </a:prstGeom>
        </p:spPr>
      </p:pic>
      <p:sp>
        <p:nvSpPr>
          <p:cNvPr id="31" name="Freeform: Shape 30">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7984723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0F96672-1589-DAB0-BFB0-963BCEE3496B}"/>
              </a:ext>
            </a:extLst>
          </p:cNvPr>
          <p:cNvSpPr>
            <a:spLocks noGrp="1"/>
          </p:cNvSpPr>
          <p:nvPr>
            <p:ph type="title"/>
          </p:nvPr>
        </p:nvSpPr>
        <p:spPr>
          <a:xfrm>
            <a:off x="845574" y="727168"/>
            <a:ext cx="9762539" cy="1458657"/>
          </a:xfrm>
        </p:spPr>
        <p:txBody>
          <a:bodyPr>
            <a:normAutofit/>
          </a:bodyPr>
          <a:lstStyle/>
          <a:p>
            <a:r>
              <a:rPr lang="tr-TR" dirty="0" err="1"/>
              <a:t>Asymmetric</a:t>
            </a:r>
            <a:r>
              <a:rPr lang="tr-TR" dirty="0"/>
              <a:t> </a:t>
            </a:r>
            <a:r>
              <a:rPr lang="tr-TR" dirty="0" err="1"/>
              <a:t>Encryption</a:t>
            </a:r>
            <a:br>
              <a:rPr lang="tr-TR" dirty="0"/>
            </a:br>
            <a:endParaRPr lang="tr-TR" dirty="0"/>
          </a:p>
        </p:txBody>
      </p:sp>
      <p:sp>
        <p:nvSpPr>
          <p:cNvPr id="4" name="Rectangle 1">
            <a:extLst>
              <a:ext uri="{FF2B5EF4-FFF2-40B4-BE49-F238E27FC236}">
                <a16:creationId xmlns:a16="http://schemas.microsoft.com/office/drawing/2014/main" id="{8038B4C0-40E1-1112-259F-EEFFD0B77361}"/>
              </a:ext>
            </a:extLst>
          </p:cNvPr>
          <p:cNvSpPr>
            <a:spLocks noGrp="1" noChangeArrowheads="1"/>
          </p:cNvSpPr>
          <p:nvPr>
            <p:ph idx="1"/>
          </p:nvPr>
        </p:nvSpPr>
        <p:spPr bwMode="auto">
          <a:xfrm>
            <a:off x="1137034" y="2198362"/>
            <a:ext cx="4958966" cy="391777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tr-TR" altLang="tr-TR" sz="2000" b="1" i="0" u="none" strike="noStrike" cap="none" normalizeH="0" baseline="0">
                <a:ln>
                  <a:noFill/>
                </a:ln>
                <a:effectLst/>
                <a:latin typeface="Arial" panose="020B0604020202020204" pitchFamily="34" charset="0"/>
              </a:rPr>
              <a:t>İki anahtar kullanılır:</a:t>
            </a:r>
            <a:br>
              <a:rPr kumimoji="0" lang="tr-TR" altLang="tr-TR" sz="2000" b="0" i="0" u="none" strike="noStrike" cap="none" normalizeH="0" baseline="0">
                <a:ln>
                  <a:noFill/>
                </a:ln>
                <a:effectLst/>
                <a:latin typeface="Arial" panose="020B0604020202020204" pitchFamily="34" charset="0"/>
              </a:rPr>
            </a:br>
            <a:r>
              <a:rPr kumimoji="0" lang="tr-TR" altLang="tr-TR" sz="2000" b="0" i="0" u="none" strike="noStrike" cap="none" normalizeH="0" baseline="0">
                <a:ln>
                  <a:noFill/>
                </a:ln>
                <a:effectLst/>
                <a:latin typeface="Arial" panose="020B0604020202020204" pitchFamily="34" charset="0"/>
              </a:rPr>
              <a:t>🔓 Açık anahtar (public) – 🔐 Gizli anahtar (private)</a:t>
            </a:r>
          </a:p>
          <a:p>
            <a:pPr marL="0" marR="0" lvl="0" indent="0" defTabSz="914400" rtl="0" eaLnBrk="0" fontAlgn="base" latinLnBrk="0" hangingPunct="0">
              <a:spcBef>
                <a:spcPct val="0"/>
              </a:spcBef>
              <a:spcAft>
                <a:spcPts val="600"/>
              </a:spcAft>
              <a:buClrTx/>
              <a:buSzTx/>
              <a:buFontTx/>
              <a:buChar char="•"/>
              <a:tabLst/>
            </a:pPr>
            <a:r>
              <a:rPr kumimoji="0" lang="tr-TR" altLang="tr-TR" sz="2000" b="0" i="0" u="none" strike="noStrike" cap="none" normalizeH="0" baseline="0">
                <a:ln>
                  <a:noFill/>
                </a:ln>
                <a:effectLst/>
                <a:latin typeface="Arial" panose="020B0604020202020204" pitchFamily="34" charset="0"/>
              </a:rPr>
              <a:t>Açık anahtar </a:t>
            </a:r>
            <a:r>
              <a:rPr kumimoji="0" lang="tr-TR" altLang="tr-TR" sz="2000" b="1" i="0" u="none" strike="noStrike" cap="none" normalizeH="0" baseline="0">
                <a:ln>
                  <a:noFill/>
                </a:ln>
                <a:effectLst/>
                <a:latin typeface="Arial" panose="020B0604020202020204" pitchFamily="34" charset="0"/>
              </a:rPr>
              <a:t>herkesle paylaşılabilir</a:t>
            </a:r>
            <a:endParaRPr kumimoji="0" lang="tr-TR" altLang="tr-TR" sz="20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tr-TR" altLang="tr-TR" sz="2000" b="0" i="0" u="none" strike="noStrike" cap="none" normalizeH="0" baseline="0">
                <a:ln>
                  <a:noFill/>
                </a:ln>
                <a:effectLst/>
                <a:latin typeface="Arial" panose="020B0604020202020204" pitchFamily="34" charset="0"/>
              </a:rPr>
              <a:t>Gizli anahtar </a:t>
            </a:r>
            <a:r>
              <a:rPr kumimoji="0" lang="tr-TR" altLang="tr-TR" sz="2000" b="1" i="0" u="none" strike="noStrike" cap="none" normalizeH="0" baseline="0">
                <a:ln>
                  <a:noFill/>
                </a:ln>
                <a:effectLst/>
                <a:latin typeface="Arial" panose="020B0604020202020204" pitchFamily="34" charset="0"/>
              </a:rPr>
              <a:t>sadece sahibindedir</a:t>
            </a:r>
            <a:endParaRPr kumimoji="0" lang="tr-TR" altLang="tr-TR" sz="20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tr-TR" altLang="tr-TR" sz="2000" b="0" i="0" u="none" strike="noStrike" cap="none" normalizeH="0" baseline="0">
                <a:ln>
                  <a:noFill/>
                </a:ln>
                <a:effectLst/>
                <a:latin typeface="Arial" panose="020B0604020202020204" pitchFamily="34" charset="0"/>
              </a:rPr>
              <a:t>Açık anahtarla şifrelenen veri, </a:t>
            </a:r>
            <a:r>
              <a:rPr kumimoji="0" lang="tr-TR" altLang="tr-TR" sz="2000" b="1" i="0" u="none" strike="noStrike" cap="none" normalizeH="0" baseline="0">
                <a:ln>
                  <a:noFill/>
                </a:ln>
                <a:effectLst/>
                <a:latin typeface="Arial" panose="020B0604020202020204" pitchFamily="34" charset="0"/>
              </a:rPr>
              <a:t>yalnızca gizli anahtarla çözülür</a:t>
            </a:r>
            <a:endParaRPr kumimoji="0" lang="tr-TR" altLang="tr-TR" sz="20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tr-TR" altLang="tr-TR" sz="2000" b="0" i="0" u="none" strike="noStrike" cap="none" normalizeH="0" baseline="0">
                <a:ln>
                  <a:noFill/>
                </a:ln>
                <a:effectLst/>
                <a:latin typeface="Arial" panose="020B0604020202020204" pitchFamily="34" charset="0"/>
              </a:rPr>
              <a:t>Anahtar paylaşım problemi yoktur</a:t>
            </a:r>
          </a:p>
          <a:p>
            <a:pPr marL="0" marR="0" lvl="0" indent="0" defTabSz="914400" rtl="0" eaLnBrk="0" fontAlgn="base" latinLnBrk="0" hangingPunct="0">
              <a:spcBef>
                <a:spcPct val="0"/>
              </a:spcBef>
              <a:spcAft>
                <a:spcPts val="600"/>
              </a:spcAft>
              <a:buClrTx/>
              <a:buSzTx/>
              <a:buFontTx/>
              <a:buChar char="•"/>
              <a:tabLst/>
            </a:pPr>
            <a:r>
              <a:rPr kumimoji="0" lang="tr-TR" altLang="tr-TR" sz="2000" b="1" i="0" u="none" strike="noStrike" cap="none" normalizeH="0" baseline="0">
                <a:ln>
                  <a:noFill/>
                </a:ln>
                <a:effectLst/>
                <a:latin typeface="Arial" panose="020B0604020202020204" pitchFamily="34" charset="0"/>
              </a:rPr>
              <a:t>Güvenlidir ama yavaştır</a:t>
            </a:r>
            <a:endParaRPr kumimoji="0" lang="tr-TR" altLang="tr-TR" sz="20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tr-TR" altLang="tr-TR" sz="2000" b="0" i="0" u="none" strike="noStrike" cap="none" normalizeH="0" baseline="0">
                <a:ln>
                  <a:noFill/>
                </a:ln>
                <a:effectLst/>
                <a:latin typeface="Arial" panose="020B0604020202020204" pitchFamily="34" charset="0"/>
              </a:rPr>
              <a:t>Büyük veriler için verimli değildir</a:t>
            </a:r>
          </a:p>
          <a:p>
            <a:pPr marL="0" marR="0" lvl="0" indent="0" defTabSz="914400" rtl="0" eaLnBrk="0" fontAlgn="base" latinLnBrk="0" hangingPunct="0">
              <a:spcBef>
                <a:spcPct val="0"/>
              </a:spcBef>
              <a:spcAft>
                <a:spcPts val="600"/>
              </a:spcAft>
              <a:buClrTx/>
              <a:buSzTx/>
              <a:buFontTx/>
              <a:buChar char="•"/>
              <a:tabLst/>
            </a:pPr>
            <a:r>
              <a:rPr kumimoji="0" lang="tr-TR" altLang="tr-TR" sz="2000" b="1" i="0" u="none" strike="noStrike" cap="none" normalizeH="0" baseline="0">
                <a:ln>
                  <a:noFill/>
                </a:ln>
                <a:effectLst/>
                <a:latin typeface="Arial" panose="020B0604020202020204" pitchFamily="34" charset="0"/>
              </a:rPr>
              <a:t>RSA, ECC</a:t>
            </a:r>
            <a:r>
              <a:rPr kumimoji="0" lang="tr-TR" altLang="tr-TR" sz="2000" b="0" i="0" u="none" strike="noStrike" cap="none" normalizeH="0" baseline="0">
                <a:ln>
                  <a:noFill/>
                </a:ln>
                <a:effectLst/>
                <a:latin typeface="Arial" panose="020B0604020202020204" pitchFamily="34" charset="0"/>
              </a:rPr>
              <a:t> en bilinen örneklerdir</a:t>
            </a:r>
          </a:p>
        </p:txBody>
      </p:sp>
      <p:pic>
        <p:nvPicPr>
          <p:cNvPr id="6" name="Picture 5">
            <a:extLst>
              <a:ext uri="{FF2B5EF4-FFF2-40B4-BE49-F238E27FC236}">
                <a16:creationId xmlns:a16="http://schemas.microsoft.com/office/drawing/2014/main" id="{D3051E6F-177A-EF78-75CC-6A07AA4570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1183" y="2421653"/>
            <a:ext cx="6189785" cy="3094892"/>
          </a:xfrm>
          <a:prstGeom prst="rect">
            <a:avLst/>
          </a:prstGeom>
        </p:spPr>
      </p:pic>
      <p:sp>
        <p:nvSpPr>
          <p:cNvPr id="22" name="Freeform: Shape 21">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528630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539A8A1-0A7A-73DF-7A0B-64F878CD210E}"/>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C46A10A-C8C4-76AE-F1DF-9BBC390C0D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21D4F54-DB1B-D1E5-6332-97F6909131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77D2750-5A52-033A-A8EC-236541C1CF27}"/>
              </a:ext>
            </a:extLst>
          </p:cNvPr>
          <p:cNvSpPr>
            <a:spLocks noGrp="1"/>
          </p:cNvSpPr>
          <p:nvPr>
            <p:ph type="title"/>
          </p:nvPr>
        </p:nvSpPr>
        <p:spPr>
          <a:xfrm>
            <a:off x="88491" y="424440"/>
            <a:ext cx="9762539" cy="575506"/>
          </a:xfrm>
        </p:spPr>
        <p:txBody>
          <a:bodyPr>
            <a:normAutofit fontScale="90000"/>
          </a:bodyPr>
          <a:lstStyle/>
          <a:p>
            <a:r>
              <a:rPr lang="tr-TR" b="1" i="1" dirty="0" err="1">
                <a:solidFill>
                  <a:schemeClr val="accent1">
                    <a:lumMod val="75000"/>
                  </a:schemeClr>
                </a:solidFill>
              </a:rPr>
              <a:t>Public</a:t>
            </a:r>
            <a:r>
              <a:rPr lang="tr-TR" b="1" i="1" dirty="0">
                <a:solidFill>
                  <a:schemeClr val="accent1">
                    <a:lumMod val="75000"/>
                  </a:schemeClr>
                </a:solidFill>
              </a:rPr>
              <a:t> ve </a:t>
            </a:r>
            <a:r>
              <a:rPr lang="tr-TR" b="1" i="1" dirty="0" err="1">
                <a:solidFill>
                  <a:schemeClr val="accent1">
                    <a:lumMod val="75000"/>
                  </a:schemeClr>
                </a:solidFill>
              </a:rPr>
              <a:t>Private</a:t>
            </a:r>
            <a:r>
              <a:rPr lang="tr-TR" b="1" i="1" dirty="0">
                <a:solidFill>
                  <a:schemeClr val="accent1">
                    <a:lumMod val="75000"/>
                  </a:schemeClr>
                </a:solidFill>
              </a:rPr>
              <a:t> </a:t>
            </a:r>
            <a:r>
              <a:rPr lang="tr-TR" b="1" i="1" dirty="0" err="1">
                <a:solidFill>
                  <a:schemeClr val="accent1">
                    <a:lumMod val="75000"/>
                  </a:schemeClr>
                </a:solidFill>
              </a:rPr>
              <a:t>Key</a:t>
            </a:r>
            <a:r>
              <a:rPr lang="tr-TR" b="1" i="1" dirty="0">
                <a:solidFill>
                  <a:schemeClr val="accent1">
                    <a:lumMod val="75000"/>
                  </a:schemeClr>
                </a:solidFill>
              </a:rPr>
              <a:t> </a:t>
            </a:r>
            <a:br>
              <a:rPr lang="tr-TR" dirty="0"/>
            </a:br>
            <a:endParaRPr lang="tr-TR" dirty="0"/>
          </a:p>
        </p:txBody>
      </p:sp>
      <p:sp>
        <p:nvSpPr>
          <p:cNvPr id="4" name="Rectangle 1">
            <a:extLst>
              <a:ext uri="{FF2B5EF4-FFF2-40B4-BE49-F238E27FC236}">
                <a16:creationId xmlns:a16="http://schemas.microsoft.com/office/drawing/2014/main" id="{9A2BFABC-6753-B81B-AEE8-47BE6DF4EE4E}"/>
              </a:ext>
            </a:extLst>
          </p:cNvPr>
          <p:cNvSpPr>
            <a:spLocks noGrp="1" noChangeArrowheads="1"/>
          </p:cNvSpPr>
          <p:nvPr>
            <p:ph idx="1"/>
          </p:nvPr>
        </p:nvSpPr>
        <p:spPr bwMode="auto">
          <a:xfrm>
            <a:off x="171032" y="1051262"/>
            <a:ext cx="4670323" cy="405429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25000" lnSpcReduction="20000"/>
          </a:bodyPr>
          <a:lstStyle/>
          <a:p>
            <a:pPr marL="0" indent="0">
              <a:buNone/>
            </a:pPr>
            <a:r>
              <a:rPr lang="tr-TR" sz="5600" b="1" dirty="0">
                <a:highlight>
                  <a:srgbClr val="FFFF00"/>
                </a:highlight>
              </a:rPr>
              <a:t>1-) </a:t>
            </a:r>
            <a:r>
              <a:rPr lang="tr-TR" sz="5600" b="1" dirty="0" err="1">
                <a:highlight>
                  <a:srgbClr val="FFFF00"/>
                </a:highlight>
              </a:rPr>
              <a:t>Symmetric</a:t>
            </a:r>
            <a:r>
              <a:rPr lang="tr-TR" sz="5600" b="1" dirty="0">
                <a:highlight>
                  <a:srgbClr val="FFFF00"/>
                </a:highlight>
              </a:rPr>
              <a:t> </a:t>
            </a:r>
            <a:r>
              <a:rPr lang="tr-TR" sz="5600" b="1" dirty="0" err="1">
                <a:highlight>
                  <a:srgbClr val="FFFF00"/>
                </a:highlight>
              </a:rPr>
              <a:t>Encryption</a:t>
            </a:r>
            <a:r>
              <a:rPr lang="tr-TR" sz="5600" b="1" dirty="0">
                <a:highlight>
                  <a:srgbClr val="FFFF00"/>
                </a:highlight>
              </a:rPr>
              <a:t> (Simetrik Şifreleme)</a:t>
            </a:r>
          </a:p>
          <a:p>
            <a:pPr marL="0" indent="0">
              <a:buNone/>
            </a:pPr>
            <a:r>
              <a:rPr lang="tr-TR" sz="5600" b="1" dirty="0"/>
              <a:t>🔹 Anahtar Yapısı</a:t>
            </a:r>
          </a:p>
          <a:p>
            <a:pPr marL="0" indent="0">
              <a:buNone/>
            </a:pPr>
            <a:r>
              <a:rPr lang="tr-TR" sz="5600" b="1" dirty="0"/>
              <a:t>TEK anahtar vardır</a:t>
            </a:r>
            <a:endParaRPr lang="tr-TR" sz="5600" dirty="0"/>
          </a:p>
          <a:p>
            <a:pPr marL="0" indent="0">
              <a:buNone/>
            </a:pPr>
            <a:r>
              <a:rPr lang="tr-TR" sz="5600" dirty="0"/>
              <a:t>Bu anahtar:</a:t>
            </a:r>
          </a:p>
          <a:p>
            <a:pPr marL="457200" lvl="1" indent="0">
              <a:buNone/>
            </a:pPr>
            <a:r>
              <a:rPr lang="tr-TR" sz="5600" dirty="0"/>
              <a:t>--Şifreleme için kullanılır</a:t>
            </a:r>
          </a:p>
          <a:p>
            <a:pPr marL="457200" lvl="1" indent="0">
              <a:buNone/>
            </a:pPr>
            <a:r>
              <a:rPr lang="tr-TR" sz="5600" dirty="0"/>
              <a:t>--Şifre çözme için kullanılır</a:t>
            </a:r>
          </a:p>
          <a:p>
            <a:r>
              <a:rPr lang="tr-TR" sz="5600" dirty="0"/>
              <a:t> </a:t>
            </a:r>
            <a:r>
              <a:rPr lang="tr-TR" sz="5600" b="1" dirty="0" err="1"/>
              <a:t>Public</a:t>
            </a:r>
            <a:r>
              <a:rPr lang="tr-TR" sz="5600" b="1" dirty="0"/>
              <a:t> </a:t>
            </a:r>
            <a:r>
              <a:rPr lang="tr-TR" sz="5600" b="1" dirty="0" err="1"/>
              <a:t>key</a:t>
            </a:r>
            <a:r>
              <a:rPr lang="tr-TR" sz="5600" b="1" dirty="0"/>
              <a:t> yoktur</a:t>
            </a:r>
            <a:br>
              <a:rPr lang="tr-TR" sz="5600" dirty="0"/>
            </a:br>
            <a:r>
              <a:rPr lang="tr-TR" sz="5600" dirty="0"/>
              <a:t> </a:t>
            </a:r>
            <a:r>
              <a:rPr lang="tr-TR" sz="5600" b="1" dirty="0" err="1"/>
              <a:t>Private</a:t>
            </a:r>
            <a:r>
              <a:rPr lang="tr-TR" sz="5600" b="1" dirty="0"/>
              <a:t> </a:t>
            </a:r>
            <a:r>
              <a:rPr lang="tr-TR" sz="5600" b="1" dirty="0" err="1"/>
              <a:t>key</a:t>
            </a:r>
            <a:r>
              <a:rPr lang="tr-TR" sz="5600" b="1" dirty="0"/>
              <a:t> ayrımı yoktur</a:t>
            </a:r>
          </a:p>
          <a:p>
            <a:endParaRPr lang="tr-TR" sz="5600" dirty="0"/>
          </a:p>
          <a:p>
            <a:pPr marL="0" indent="0">
              <a:buNone/>
            </a:pPr>
            <a:r>
              <a:rPr lang="tr-TR" sz="5600" b="1" dirty="0">
                <a:highlight>
                  <a:srgbClr val="FFFF00"/>
                </a:highlight>
              </a:rPr>
              <a:t> Günlük Hayat Örneği: Ortak Kasa Anahtarı</a:t>
            </a:r>
          </a:p>
          <a:p>
            <a:pPr marL="0" indent="0">
              <a:buNone/>
            </a:pPr>
            <a:r>
              <a:rPr lang="tr-TR" sz="5600" dirty="0"/>
              <a:t>Sen ve arkadaşın </a:t>
            </a:r>
            <a:r>
              <a:rPr lang="tr-TR" sz="5600" b="1" dirty="0"/>
              <a:t>aynı anahtara sahipsiniz</a:t>
            </a:r>
            <a:endParaRPr lang="tr-TR" sz="5600" dirty="0"/>
          </a:p>
          <a:p>
            <a:pPr marL="0" indent="0">
              <a:buNone/>
            </a:pPr>
            <a:r>
              <a:rPr lang="tr-TR" sz="5600" dirty="0"/>
              <a:t>Anahtar:</a:t>
            </a:r>
          </a:p>
          <a:p>
            <a:pPr marL="457200" lvl="1" indent="0">
              <a:buNone/>
            </a:pPr>
            <a:r>
              <a:rPr lang="tr-TR" sz="5600" dirty="0"/>
              <a:t>Kasayı kilitler</a:t>
            </a:r>
          </a:p>
          <a:p>
            <a:pPr marL="457200" lvl="1" indent="0">
              <a:buNone/>
            </a:pPr>
            <a:r>
              <a:rPr lang="tr-TR" sz="5600" dirty="0"/>
              <a:t>Kasayı açar</a:t>
            </a:r>
          </a:p>
          <a:p>
            <a:pPr marL="0" indent="0">
              <a:buNone/>
            </a:pPr>
            <a:r>
              <a:rPr lang="tr-TR" sz="5600" dirty="0"/>
              <a:t>Bu anahtar = </a:t>
            </a:r>
            <a:r>
              <a:rPr lang="tr-TR" sz="5600" b="1" dirty="0" err="1"/>
              <a:t>Symmetric</a:t>
            </a:r>
            <a:r>
              <a:rPr lang="tr-TR" sz="5600" b="1" dirty="0"/>
              <a:t> </a:t>
            </a:r>
            <a:r>
              <a:rPr lang="tr-TR" sz="5600" b="1" dirty="0" err="1"/>
              <a:t>Key</a:t>
            </a:r>
            <a:endParaRPr lang="tr-TR" sz="5600" dirty="0"/>
          </a:p>
          <a:p>
            <a:pPr marL="0" indent="0">
              <a:buNone/>
            </a:pPr>
            <a:r>
              <a:rPr lang="tr-TR" sz="5600" dirty="0"/>
              <a:t>Eğer bu anahtar başkasının eline geçerse:</a:t>
            </a:r>
          </a:p>
          <a:p>
            <a:pPr marL="0" indent="0">
              <a:buNone/>
            </a:pPr>
            <a:r>
              <a:rPr lang="tr-TR" sz="5600" dirty="0"/>
              <a:t>Tüm mesajlar açılır ❌</a:t>
            </a:r>
          </a:p>
          <a:p>
            <a:endParaRPr lang="tr-TR" sz="5600" dirty="0"/>
          </a:p>
          <a:p>
            <a:pPr marL="0" indent="0">
              <a:buNone/>
            </a:pPr>
            <a:r>
              <a:rPr lang="tr-TR" sz="5600" b="1" dirty="0">
                <a:highlight>
                  <a:srgbClr val="FFFF00"/>
                </a:highlight>
              </a:rPr>
              <a:t> Teknik Örnek</a:t>
            </a:r>
          </a:p>
          <a:p>
            <a:pPr marL="0" indent="0">
              <a:buNone/>
            </a:pPr>
            <a:r>
              <a:rPr lang="tr-TR" sz="5600" b="1" dirty="0" err="1"/>
              <a:t>Caesar</a:t>
            </a:r>
            <a:r>
              <a:rPr lang="tr-TR" sz="5600" b="1" dirty="0"/>
              <a:t> </a:t>
            </a:r>
            <a:r>
              <a:rPr lang="tr-TR" sz="5600" b="1" dirty="0" err="1"/>
              <a:t>Cipher</a:t>
            </a:r>
            <a:r>
              <a:rPr lang="tr-TR" sz="5600" b="1" dirty="0"/>
              <a:t> → </a:t>
            </a:r>
            <a:r>
              <a:rPr lang="tr-TR" sz="5600" b="1" dirty="0" err="1"/>
              <a:t>shift</a:t>
            </a:r>
            <a:r>
              <a:rPr lang="tr-TR" sz="5600" b="1" dirty="0"/>
              <a:t> değeri</a:t>
            </a:r>
            <a:endParaRPr lang="tr-TR" sz="5600" dirty="0"/>
          </a:p>
          <a:p>
            <a:pPr marL="0" indent="0">
              <a:buNone/>
            </a:pPr>
            <a:r>
              <a:rPr lang="tr-TR" sz="5600" b="1" dirty="0"/>
              <a:t>AES → gizli anahtar</a:t>
            </a:r>
            <a:endParaRPr lang="tr-TR" sz="5600" dirty="0"/>
          </a:p>
          <a:p>
            <a:pPr marL="0" indent="0">
              <a:buNone/>
            </a:pPr>
            <a:r>
              <a:rPr lang="tr-TR" sz="5600" dirty="0"/>
              <a:t>Hepsi </a:t>
            </a:r>
            <a:r>
              <a:rPr lang="tr-TR" sz="5600" b="1" dirty="0"/>
              <a:t>tek gizli anahtar</a:t>
            </a:r>
            <a:r>
              <a:rPr lang="tr-TR" sz="5600" dirty="0"/>
              <a:t> kullanır</a:t>
            </a:r>
          </a:p>
          <a:p>
            <a:endParaRPr lang="tr-TR" sz="1200" dirty="0"/>
          </a:p>
          <a:p>
            <a:pPr marL="0" marR="0" lvl="0" indent="0" defTabSz="914400" rtl="0" eaLnBrk="0" fontAlgn="base" latinLnBrk="0" hangingPunct="0">
              <a:spcBef>
                <a:spcPct val="0"/>
              </a:spcBef>
              <a:spcAft>
                <a:spcPts val="600"/>
              </a:spcAft>
              <a:buClrTx/>
              <a:buSzTx/>
              <a:buNone/>
              <a:tabLst/>
            </a:pPr>
            <a:endParaRPr kumimoji="0" lang="tr-TR" altLang="tr-TR" sz="2000" b="0" i="0" u="none" strike="noStrike" cap="none" normalizeH="0" baseline="0" dirty="0">
              <a:ln>
                <a:noFill/>
              </a:ln>
              <a:effectLst/>
              <a:latin typeface="Arial" panose="020B0604020202020204" pitchFamily="34" charset="0"/>
            </a:endParaRPr>
          </a:p>
        </p:txBody>
      </p:sp>
      <p:sp>
        <p:nvSpPr>
          <p:cNvPr id="22" name="Freeform: Shape 21">
            <a:extLst>
              <a:ext uri="{FF2B5EF4-FFF2-40B4-BE49-F238E27FC236}">
                <a16:creationId xmlns:a16="http://schemas.microsoft.com/office/drawing/2014/main" id="{6153F575-00BD-4658-22B6-49E15D737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extBox 4">
            <a:extLst>
              <a:ext uri="{FF2B5EF4-FFF2-40B4-BE49-F238E27FC236}">
                <a16:creationId xmlns:a16="http://schemas.microsoft.com/office/drawing/2014/main" id="{70EB644B-5FBB-D40B-9FD0-697DEE7599C0}"/>
              </a:ext>
            </a:extLst>
          </p:cNvPr>
          <p:cNvSpPr txBox="1"/>
          <p:nvPr/>
        </p:nvSpPr>
        <p:spPr>
          <a:xfrm>
            <a:off x="6096000" y="1051262"/>
            <a:ext cx="5670176" cy="5755422"/>
          </a:xfrm>
          <a:prstGeom prst="rect">
            <a:avLst/>
          </a:prstGeom>
          <a:noFill/>
        </p:spPr>
        <p:txBody>
          <a:bodyPr wrap="square" rtlCol="0">
            <a:spAutoFit/>
          </a:bodyPr>
          <a:lstStyle/>
          <a:p>
            <a:r>
              <a:rPr lang="tr-TR" sz="1400" b="1" dirty="0">
                <a:highlight>
                  <a:srgbClr val="FFFF00"/>
                </a:highlight>
              </a:rPr>
              <a:t>2-) </a:t>
            </a:r>
            <a:r>
              <a:rPr lang="tr-TR" sz="1400" b="1" dirty="0" err="1">
                <a:highlight>
                  <a:srgbClr val="FFFF00"/>
                </a:highlight>
              </a:rPr>
              <a:t>Asymmetric</a:t>
            </a:r>
            <a:r>
              <a:rPr lang="tr-TR" sz="1400" b="1" dirty="0">
                <a:highlight>
                  <a:srgbClr val="FFFF00"/>
                </a:highlight>
              </a:rPr>
              <a:t> </a:t>
            </a:r>
            <a:r>
              <a:rPr lang="tr-TR" sz="1400" b="1" dirty="0" err="1">
                <a:highlight>
                  <a:srgbClr val="FFFF00"/>
                </a:highlight>
              </a:rPr>
              <a:t>Encryption</a:t>
            </a:r>
            <a:r>
              <a:rPr lang="tr-TR" sz="1400" b="1" dirty="0">
                <a:highlight>
                  <a:srgbClr val="FFFF00"/>
                </a:highlight>
              </a:rPr>
              <a:t> (Asimetrik Şifreleme)</a:t>
            </a:r>
          </a:p>
          <a:p>
            <a:r>
              <a:rPr lang="tr-TR" sz="1400" b="1" dirty="0"/>
              <a:t>🔹 Anahtar Yapısı</a:t>
            </a:r>
          </a:p>
          <a:p>
            <a:r>
              <a:rPr lang="tr-TR" sz="1400" b="1" dirty="0"/>
              <a:t>İKİ farklı anahtar vardır</a:t>
            </a:r>
            <a:endParaRPr lang="tr-TR" sz="1400" dirty="0"/>
          </a:p>
          <a:p>
            <a:pPr lvl="1"/>
            <a:r>
              <a:rPr lang="tr-TR" sz="1400" dirty="0"/>
              <a:t>-- </a:t>
            </a:r>
            <a:r>
              <a:rPr lang="tr-TR" sz="1400" b="1" dirty="0" err="1"/>
              <a:t>Public</a:t>
            </a:r>
            <a:r>
              <a:rPr lang="tr-TR" sz="1400" b="1" dirty="0"/>
              <a:t> </a:t>
            </a:r>
            <a:r>
              <a:rPr lang="tr-TR" sz="1400" b="1" dirty="0" err="1"/>
              <a:t>Key</a:t>
            </a:r>
            <a:r>
              <a:rPr lang="tr-TR" sz="1400" b="1" dirty="0"/>
              <a:t> (Açık anahtar)</a:t>
            </a:r>
            <a:endParaRPr lang="tr-TR" sz="1400" dirty="0"/>
          </a:p>
          <a:p>
            <a:pPr lvl="1"/>
            <a:r>
              <a:rPr lang="tr-TR" sz="1400" dirty="0"/>
              <a:t>-- </a:t>
            </a:r>
            <a:r>
              <a:rPr lang="tr-TR" sz="1400" b="1" dirty="0" err="1"/>
              <a:t>Private</a:t>
            </a:r>
            <a:r>
              <a:rPr lang="tr-TR" sz="1400" b="1" dirty="0"/>
              <a:t> </a:t>
            </a:r>
            <a:r>
              <a:rPr lang="tr-TR" sz="1400" b="1" dirty="0" err="1"/>
              <a:t>Key</a:t>
            </a:r>
            <a:r>
              <a:rPr lang="tr-TR" sz="1400" b="1" dirty="0"/>
              <a:t> (Gizli anahtar)</a:t>
            </a:r>
          </a:p>
          <a:p>
            <a:pPr lvl="1"/>
            <a:endParaRPr lang="tr-TR" sz="1400" b="1" dirty="0"/>
          </a:p>
          <a:p>
            <a:r>
              <a:rPr lang="tr-TR" sz="1400" b="1" dirty="0"/>
              <a:t> </a:t>
            </a:r>
            <a:r>
              <a:rPr lang="tr-TR" sz="1400" b="1" dirty="0">
                <a:highlight>
                  <a:srgbClr val="FFFF00"/>
                </a:highlight>
              </a:rPr>
              <a:t>Günlük Hayat Örneği: Kilit + Anahtar</a:t>
            </a:r>
          </a:p>
          <a:p>
            <a:r>
              <a:rPr lang="tr-TR" sz="1400" b="1" dirty="0" err="1"/>
              <a:t>Public</a:t>
            </a:r>
            <a:r>
              <a:rPr lang="tr-TR" sz="1400" b="1" dirty="0"/>
              <a:t> </a:t>
            </a:r>
            <a:r>
              <a:rPr lang="tr-TR" sz="1400" b="1" dirty="0" err="1"/>
              <a:t>Key</a:t>
            </a:r>
            <a:r>
              <a:rPr lang="tr-TR" sz="1400" b="1" dirty="0"/>
              <a:t> = Kilit</a:t>
            </a:r>
          </a:p>
          <a:p>
            <a:r>
              <a:rPr lang="tr-TR" sz="1400" dirty="0"/>
              <a:t>Herkese dağıtılır</a:t>
            </a:r>
          </a:p>
          <a:p>
            <a:r>
              <a:rPr lang="tr-TR" sz="1400" dirty="0"/>
              <a:t>Mesaj </a:t>
            </a:r>
            <a:r>
              <a:rPr lang="tr-TR" sz="1400" b="1" dirty="0"/>
              <a:t>kilitlemek</a:t>
            </a:r>
            <a:r>
              <a:rPr lang="tr-TR" sz="1400" dirty="0"/>
              <a:t> için kullanılır</a:t>
            </a:r>
          </a:p>
          <a:p>
            <a:r>
              <a:rPr lang="tr-TR" sz="1400" b="1" dirty="0" err="1"/>
              <a:t>Private</a:t>
            </a:r>
            <a:r>
              <a:rPr lang="tr-TR" sz="1400" b="1" dirty="0"/>
              <a:t> </a:t>
            </a:r>
            <a:r>
              <a:rPr lang="tr-TR" sz="1400" b="1" dirty="0" err="1"/>
              <a:t>Key</a:t>
            </a:r>
            <a:r>
              <a:rPr lang="tr-TR" sz="1400" b="1" dirty="0"/>
              <a:t> = Anahtar</a:t>
            </a:r>
          </a:p>
          <a:p>
            <a:r>
              <a:rPr lang="tr-TR" sz="1400" dirty="0"/>
              <a:t>Sadece sahibindedir</a:t>
            </a:r>
          </a:p>
          <a:p>
            <a:r>
              <a:rPr lang="tr-TR" sz="1400" dirty="0"/>
              <a:t>Mesajı </a:t>
            </a:r>
            <a:r>
              <a:rPr lang="tr-TR" sz="1400" b="1" dirty="0"/>
              <a:t>açmak</a:t>
            </a:r>
            <a:r>
              <a:rPr lang="tr-TR" sz="1400" dirty="0"/>
              <a:t> için kullanılır</a:t>
            </a:r>
          </a:p>
          <a:p>
            <a:endParaRPr lang="tr-TR" sz="1400" dirty="0"/>
          </a:p>
          <a:p>
            <a:r>
              <a:rPr lang="tr-TR" sz="1400" b="1" dirty="0"/>
              <a:t> </a:t>
            </a:r>
            <a:r>
              <a:rPr lang="tr-TR" sz="1400" b="1" dirty="0">
                <a:highlight>
                  <a:srgbClr val="FFFF00"/>
                </a:highlight>
              </a:rPr>
              <a:t>Adım Adım Senaryo</a:t>
            </a:r>
          </a:p>
          <a:p>
            <a:r>
              <a:rPr lang="tr-TR" sz="1400" dirty="0"/>
              <a:t>Alıcı </a:t>
            </a:r>
            <a:r>
              <a:rPr lang="tr-TR" sz="1400" b="1" dirty="0" err="1"/>
              <a:t>public</a:t>
            </a:r>
            <a:r>
              <a:rPr lang="tr-TR" sz="1400" b="1" dirty="0"/>
              <a:t> </a:t>
            </a:r>
            <a:r>
              <a:rPr lang="tr-TR" sz="1400" b="1" dirty="0" err="1"/>
              <a:t>key</a:t>
            </a:r>
            <a:r>
              <a:rPr lang="tr-TR" sz="1400" dirty="0" err="1"/>
              <a:t>’ini</a:t>
            </a:r>
            <a:r>
              <a:rPr lang="tr-TR" sz="1400" dirty="0"/>
              <a:t> herkese verir</a:t>
            </a:r>
          </a:p>
          <a:p>
            <a:r>
              <a:rPr lang="tr-TR" sz="1400" dirty="0"/>
              <a:t>Gönderen mesajı bu </a:t>
            </a:r>
            <a:r>
              <a:rPr lang="tr-TR" sz="1400" dirty="0" err="1"/>
              <a:t>public</a:t>
            </a:r>
            <a:r>
              <a:rPr lang="tr-TR" sz="1400" dirty="0"/>
              <a:t> </a:t>
            </a:r>
            <a:r>
              <a:rPr lang="tr-TR" sz="1400" dirty="0" err="1"/>
              <a:t>key</a:t>
            </a:r>
            <a:r>
              <a:rPr lang="tr-TR" sz="1400" dirty="0"/>
              <a:t> ile şifreler</a:t>
            </a:r>
          </a:p>
          <a:p>
            <a:r>
              <a:rPr lang="tr-TR" sz="1400" dirty="0"/>
              <a:t>Mesaj gider</a:t>
            </a:r>
          </a:p>
          <a:p>
            <a:r>
              <a:rPr lang="tr-TR" sz="1400" b="1" dirty="0"/>
              <a:t>Sadece </a:t>
            </a:r>
            <a:r>
              <a:rPr lang="tr-TR" sz="1400" b="1" dirty="0" err="1"/>
              <a:t>private</a:t>
            </a:r>
            <a:r>
              <a:rPr lang="tr-TR" sz="1400" b="1" dirty="0"/>
              <a:t> </a:t>
            </a:r>
            <a:r>
              <a:rPr lang="tr-TR" sz="1400" b="1" dirty="0" err="1"/>
              <a:t>key</a:t>
            </a:r>
            <a:r>
              <a:rPr lang="tr-TR" sz="1400" dirty="0"/>
              <a:t> mesajı açabilir</a:t>
            </a:r>
          </a:p>
          <a:p>
            <a:r>
              <a:rPr lang="tr-TR" sz="1400" dirty="0"/>
              <a:t>-- </a:t>
            </a:r>
            <a:r>
              <a:rPr lang="tr-TR" sz="1400" dirty="0" err="1"/>
              <a:t>Public</a:t>
            </a:r>
            <a:r>
              <a:rPr lang="tr-TR" sz="1400" dirty="0"/>
              <a:t> </a:t>
            </a:r>
            <a:r>
              <a:rPr lang="tr-TR" sz="1400" dirty="0" err="1"/>
              <a:t>key</a:t>
            </a:r>
            <a:r>
              <a:rPr lang="tr-TR" sz="1400" dirty="0"/>
              <a:t> ele geçirilirse sorun yok</a:t>
            </a:r>
            <a:br>
              <a:rPr lang="tr-TR" sz="1400" dirty="0"/>
            </a:br>
            <a:r>
              <a:rPr lang="tr-TR" sz="1400" dirty="0"/>
              <a:t>-- </a:t>
            </a:r>
            <a:r>
              <a:rPr lang="tr-TR" sz="1400" dirty="0" err="1"/>
              <a:t>Private</a:t>
            </a:r>
            <a:r>
              <a:rPr lang="tr-TR" sz="1400" dirty="0"/>
              <a:t> </a:t>
            </a:r>
            <a:r>
              <a:rPr lang="tr-TR" sz="1400" dirty="0" err="1"/>
              <a:t>key</a:t>
            </a:r>
            <a:r>
              <a:rPr lang="tr-TR" sz="1400" dirty="0"/>
              <a:t> ele geçirilirse büyük sorun</a:t>
            </a:r>
            <a:r>
              <a:rPr lang="tr-TR" dirty="0">
                <a:solidFill>
                  <a:srgbClr val="FF0000"/>
                </a:solidFill>
              </a:rPr>
              <a:t> </a:t>
            </a:r>
          </a:p>
          <a:p>
            <a:endParaRPr lang="tr-TR" sz="1400" dirty="0"/>
          </a:p>
          <a:p>
            <a:r>
              <a:rPr lang="tr-TR" sz="1400" b="1" dirty="0"/>
              <a:t> </a:t>
            </a:r>
            <a:r>
              <a:rPr lang="tr-TR" sz="1400" b="1" dirty="0">
                <a:highlight>
                  <a:srgbClr val="FFFF00"/>
                </a:highlight>
              </a:rPr>
              <a:t>Teknik Örnekler</a:t>
            </a:r>
          </a:p>
          <a:p>
            <a:r>
              <a:rPr lang="tr-TR" sz="1400" b="1" dirty="0"/>
              <a:t>*RSA</a:t>
            </a:r>
            <a:endParaRPr lang="tr-TR" sz="1400" dirty="0"/>
          </a:p>
          <a:p>
            <a:r>
              <a:rPr lang="tr-TR" sz="1400" b="1" dirty="0"/>
              <a:t>*ECC</a:t>
            </a:r>
            <a:endParaRPr lang="tr-TR" sz="1400" dirty="0"/>
          </a:p>
          <a:p>
            <a:r>
              <a:rPr lang="tr-TR" sz="1400" b="1" dirty="0"/>
              <a:t>*</a:t>
            </a:r>
            <a:r>
              <a:rPr lang="tr-TR" sz="1400" b="1" dirty="0" err="1"/>
              <a:t>Diffie</a:t>
            </a:r>
            <a:r>
              <a:rPr lang="tr-TR" sz="1400" b="1" dirty="0"/>
              <a:t>–</a:t>
            </a:r>
            <a:r>
              <a:rPr lang="tr-TR" sz="1400" b="1" dirty="0" err="1"/>
              <a:t>Hellman</a:t>
            </a:r>
            <a:endParaRPr lang="tr-TR" sz="1400" dirty="0"/>
          </a:p>
        </p:txBody>
      </p:sp>
    </p:spTree>
    <p:extLst>
      <p:ext uri="{BB962C8B-B14F-4D97-AF65-F5344CB8AC3E}">
        <p14:creationId xmlns:p14="http://schemas.microsoft.com/office/powerpoint/2010/main" val="5530057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2F6143-DD2D-B3E4-C777-DFFEF0F039D2}"/>
              </a:ext>
            </a:extLst>
          </p:cNvPr>
          <p:cNvSpPr>
            <a:spLocks noGrp="1"/>
          </p:cNvSpPr>
          <p:nvPr>
            <p:ph type="title"/>
          </p:nvPr>
        </p:nvSpPr>
        <p:spPr>
          <a:xfrm>
            <a:off x="841248" y="256032"/>
            <a:ext cx="10506456" cy="1014984"/>
          </a:xfrm>
        </p:spPr>
        <p:txBody>
          <a:bodyPr anchor="b">
            <a:normAutofit/>
          </a:bodyPr>
          <a:lstStyle/>
          <a:p>
            <a:r>
              <a:rPr lang="tr-TR" dirty="0" err="1"/>
              <a:t>Xor</a:t>
            </a:r>
            <a:r>
              <a:rPr lang="tr-TR" dirty="0"/>
              <a:t> Şifreleme </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Content Placeholder 3">
            <a:extLst>
              <a:ext uri="{FF2B5EF4-FFF2-40B4-BE49-F238E27FC236}">
                <a16:creationId xmlns:a16="http://schemas.microsoft.com/office/drawing/2014/main" id="{B227D9B6-4B70-23EB-F90D-91C92F98148A}"/>
              </a:ext>
            </a:extLst>
          </p:cNvPr>
          <p:cNvGraphicFramePr>
            <a:graphicFrameLocks noGrp="1"/>
          </p:cNvGraphicFramePr>
          <p:nvPr>
            <p:ph idx="1"/>
            <p:extLst>
              <p:ext uri="{D42A27DB-BD31-4B8C-83A1-F6EECF244321}">
                <p14:modId xmlns:p14="http://schemas.microsoft.com/office/powerpoint/2010/main" val="485476869"/>
              </p:ext>
            </p:extLst>
          </p:nvPr>
        </p:nvGraphicFramePr>
        <p:xfrm>
          <a:off x="521110" y="2819646"/>
          <a:ext cx="9384620" cy="3916432"/>
        </p:xfrm>
        <a:graphic>
          <a:graphicData uri="http://schemas.openxmlformats.org/drawingml/2006/table">
            <a:tbl>
              <a:tblPr firstRow="1" bandRow="1"/>
              <a:tblGrid>
                <a:gridCol w="3243012">
                  <a:extLst>
                    <a:ext uri="{9D8B030D-6E8A-4147-A177-3AD203B41FA5}">
                      <a16:colId xmlns:a16="http://schemas.microsoft.com/office/drawing/2014/main" val="2505256258"/>
                    </a:ext>
                  </a:extLst>
                </a:gridCol>
                <a:gridCol w="2481065">
                  <a:extLst>
                    <a:ext uri="{9D8B030D-6E8A-4147-A177-3AD203B41FA5}">
                      <a16:colId xmlns:a16="http://schemas.microsoft.com/office/drawing/2014/main" val="2613582716"/>
                    </a:ext>
                  </a:extLst>
                </a:gridCol>
                <a:gridCol w="3660543">
                  <a:extLst>
                    <a:ext uri="{9D8B030D-6E8A-4147-A177-3AD203B41FA5}">
                      <a16:colId xmlns:a16="http://schemas.microsoft.com/office/drawing/2014/main" val="3783106375"/>
                    </a:ext>
                  </a:extLst>
                </a:gridCol>
              </a:tblGrid>
              <a:tr h="384810">
                <a:tc>
                  <a:txBody>
                    <a:bodyPr/>
                    <a:lstStyle/>
                    <a:p>
                      <a:pPr>
                        <a:buNone/>
                      </a:pPr>
                      <a:r>
                        <a:rPr lang="tr-TR" sz="2400" dirty="0"/>
                        <a:t>Karakter</a:t>
                      </a:r>
                    </a:p>
                  </a:txBody>
                  <a:tcPr marL="123793" marR="123793" marT="61897" marB="61897" anchor="ctr">
                    <a:lnL>
                      <a:noFill/>
                    </a:lnL>
                    <a:lnR>
                      <a:noFill/>
                    </a:lnR>
                    <a:lnT>
                      <a:noFill/>
                    </a:lnT>
                    <a:lnB>
                      <a:noFill/>
                    </a:lnB>
                    <a:noFill/>
                  </a:tcPr>
                </a:tc>
                <a:tc>
                  <a:txBody>
                    <a:bodyPr/>
                    <a:lstStyle/>
                    <a:p>
                      <a:pPr>
                        <a:buNone/>
                      </a:pPr>
                      <a:r>
                        <a:rPr lang="tr-TR" sz="2400"/>
                        <a:t>ASCII</a:t>
                      </a:r>
                    </a:p>
                  </a:txBody>
                  <a:tcPr marL="123793" marR="123793" marT="61897" marB="61897" anchor="ctr">
                    <a:lnL>
                      <a:noFill/>
                    </a:lnL>
                    <a:lnR>
                      <a:noFill/>
                    </a:lnR>
                    <a:lnT>
                      <a:noFill/>
                    </a:lnT>
                    <a:lnB>
                      <a:noFill/>
                    </a:lnB>
                    <a:noFill/>
                  </a:tcPr>
                </a:tc>
                <a:tc>
                  <a:txBody>
                    <a:bodyPr/>
                    <a:lstStyle/>
                    <a:p>
                      <a:pPr>
                        <a:buNone/>
                      </a:pPr>
                      <a:r>
                        <a:rPr lang="tr-TR" sz="2400"/>
                        <a:t>Binary</a:t>
                      </a:r>
                    </a:p>
                  </a:txBody>
                  <a:tcPr marL="123793" marR="123793" marT="61897" marB="61897" anchor="ctr">
                    <a:lnL>
                      <a:noFill/>
                    </a:lnL>
                    <a:lnR>
                      <a:noFill/>
                    </a:lnR>
                    <a:lnT>
                      <a:noFill/>
                    </a:lnT>
                    <a:lnB>
                      <a:noFill/>
                    </a:lnB>
                    <a:noFill/>
                  </a:tcPr>
                </a:tc>
                <a:extLst>
                  <a:ext uri="{0D108BD9-81ED-4DB2-BD59-A6C34878D82A}">
                    <a16:rowId xmlns:a16="http://schemas.microsoft.com/office/drawing/2014/main" val="2655074911"/>
                  </a:ext>
                </a:extLst>
              </a:tr>
              <a:tr h="384810">
                <a:tc>
                  <a:txBody>
                    <a:bodyPr/>
                    <a:lstStyle/>
                    <a:p>
                      <a:pPr>
                        <a:buNone/>
                      </a:pPr>
                      <a:r>
                        <a:rPr lang="tr-TR" sz="2400"/>
                        <a:t>s</a:t>
                      </a:r>
                    </a:p>
                  </a:txBody>
                  <a:tcPr marL="123793" marR="123793" marT="61897" marB="61897" anchor="ctr">
                    <a:lnL>
                      <a:noFill/>
                    </a:lnL>
                    <a:lnR>
                      <a:noFill/>
                    </a:lnR>
                    <a:lnT>
                      <a:noFill/>
                    </a:lnT>
                    <a:lnB>
                      <a:noFill/>
                    </a:lnB>
                    <a:noFill/>
                  </a:tcPr>
                </a:tc>
                <a:tc>
                  <a:txBody>
                    <a:bodyPr/>
                    <a:lstStyle/>
                    <a:p>
                      <a:pPr>
                        <a:buNone/>
                      </a:pPr>
                      <a:r>
                        <a:rPr lang="tr-TR" sz="2400"/>
                        <a:t>115</a:t>
                      </a:r>
                    </a:p>
                  </a:txBody>
                  <a:tcPr marL="123793" marR="123793" marT="61897" marB="61897" anchor="ctr">
                    <a:lnL>
                      <a:noFill/>
                    </a:lnL>
                    <a:lnR>
                      <a:noFill/>
                    </a:lnR>
                    <a:lnT>
                      <a:noFill/>
                    </a:lnT>
                    <a:lnB>
                      <a:noFill/>
                    </a:lnB>
                    <a:noFill/>
                  </a:tcPr>
                </a:tc>
                <a:tc>
                  <a:txBody>
                    <a:bodyPr/>
                    <a:lstStyle/>
                    <a:p>
                      <a:pPr>
                        <a:buNone/>
                      </a:pPr>
                      <a:r>
                        <a:rPr lang="tr-TR" sz="2400"/>
                        <a:t>01110011</a:t>
                      </a:r>
                    </a:p>
                  </a:txBody>
                  <a:tcPr marL="123793" marR="123793" marT="61897" marB="61897" anchor="ctr">
                    <a:lnL>
                      <a:noFill/>
                    </a:lnL>
                    <a:lnR>
                      <a:noFill/>
                    </a:lnR>
                    <a:lnT>
                      <a:noFill/>
                    </a:lnT>
                    <a:lnB>
                      <a:noFill/>
                    </a:lnB>
                    <a:noFill/>
                  </a:tcPr>
                </a:tc>
                <a:extLst>
                  <a:ext uri="{0D108BD9-81ED-4DB2-BD59-A6C34878D82A}">
                    <a16:rowId xmlns:a16="http://schemas.microsoft.com/office/drawing/2014/main" val="311550161"/>
                  </a:ext>
                </a:extLst>
              </a:tr>
              <a:tr h="384810">
                <a:tc>
                  <a:txBody>
                    <a:bodyPr/>
                    <a:lstStyle/>
                    <a:p>
                      <a:pPr>
                        <a:buNone/>
                      </a:pPr>
                      <a:r>
                        <a:rPr lang="tr-TR" sz="2400"/>
                        <a:t>k</a:t>
                      </a:r>
                    </a:p>
                  </a:txBody>
                  <a:tcPr marL="123793" marR="123793" marT="61897" marB="61897" anchor="ctr">
                    <a:lnL>
                      <a:noFill/>
                    </a:lnL>
                    <a:lnR>
                      <a:noFill/>
                    </a:lnR>
                    <a:lnT>
                      <a:noFill/>
                    </a:lnT>
                    <a:lnB>
                      <a:noFill/>
                    </a:lnB>
                    <a:noFill/>
                  </a:tcPr>
                </a:tc>
                <a:tc>
                  <a:txBody>
                    <a:bodyPr/>
                    <a:lstStyle/>
                    <a:p>
                      <a:pPr>
                        <a:buNone/>
                      </a:pPr>
                      <a:r>
                        <a:rPr lang="tr-TR" sz="2400"/>
                        <a:t>107</a:t>
                      </a:r>
                    </a:p>
                  </a:txBody>
                  <a:tcPr marL="123793" marR="123793" marT="61897" marB="61897" anchor="ctr">
                    <a:lnL>
                      <a:noFill/>
                    </a:lnL>
                    <a:lnR>
                      <a:noFill/>
                    </a:lnR>
                    <a:lnT>
                      <a:noFill/>
                    </a:lnT>
                    <a:lnB>
                      <a:noFill/>
                    </a:lnB>
                    <a:noFill/>
                  </a:tcPr>
                </a:tc>
                <a:tc>
                  <a:txBody>
                    <a:bodyPr/>
                    <a:lstStyle/>
                    <a:p>
                      <a:pPr>
                        <a:buNone/>
                      </a:pPr>
                      <a:r>
                        <a:rPr lang="tr-TR" sz="2400"/>
                        <a:t>01101011</a:t>
                      </a:r>
                    </a:p>
                  </a:txBody>
                  <a:tcPr marL="123793" marR="123793" marT="61897" marB="61897" anchor="ctr">
                    <a:lnL>
                      <a:noFill/>
                    </a:lnL>
                    <a:lnR>
                      <a:noFill/>
                    </a:lnR>
                    <a:lnT>
                      <a:noFill/>
                    </a:lnT>
                    <a:lnB>
                      <a:noFill/>
                    </a:lnB>
                    <a:noFill/>
                  </a:tcPr>
                </a:tc>
                <a:extLst>
                  <a:ext uri="{0D108BD9-81ED-4DB2-BD59-A6C34878D82A}">
                    <a16:rowId xmlns:a16="http://schemas.microsoft.com/office/drawing/2014/main" val="13101494"/>
                  </a:ext>
                </a:extLst>
              </a:tr>
              <a:tr h="384810">
                <a:tc>
                  <a:txBody>
                    <a:bodyPr/>
                    <a:lstStyle/>
                    <a:p>
                      <a:pPr>
                        <a:buNone/>
                      </a:pPr>
                      <a:r>
                        <a:rPr lang="tr-TR" sz="2400"/>
                        <a:t>y</a:t>
                      </a:r>
                    </a:p>
                  </a:txBody>
                  <a:tcPr marL="123793" marR="123793" marT="61897" marB="61897" anchor="ctr">
                    <a:lnL>
                      <a:noFill/>
                    </a:lnL>
                    <a:lnR>
                      <a:noFill/>
                    </a:lnR>
                    <a:lnT>
                      <a:noFill/>
                    </a:lnT>
                    <a:lnB>
                      <a:noFill/>
                    </a:lnB>
                    <a:noFill/>
                  </a:tcPr>
                </a:tc>
                <a:tc>
                  <a:txBody>
                    <a:bodyPr/>
                    <a:lstStyle/>
                    <a:p>
                      <a:pPr>
                        <a:buNone/>
                      </a:pPr>
                      <a:r>
                        <a:rPr lang="tr-TR" sz="2400"/>
                        <a:t>121</a:t>
                      </a:r>
                    </a:p>
                  </a:txBody>
                  <a:tcPr marL="123793" marR="123793" marT="61897" marB="61897" anchor="ctr">
                    <a:lnL>
                      <a:noFill/>
                    </a:lnL>
                    <a:lnR>
                      <a:noFill/>
                    </a:lnR>
                    <a:lnT>
                      <a:noFill/>
                    </a:lnT>
                    <a:lnB>
                      <a:noFill/>
                    </a:lnB>
                    <a:noFill/>
                  </a:tcPr>
                </a:tc>
                <a:tc>
                  <a:txBody>
                    <a:bodyPr/>
                    <a:lstStyle/>
                    <a:p>
                      <a:pPr>
                        <a:buNone/>
                      </a:pPr>
                      <a:r>
                        <a:rPr lang="tr-TR" sz="2400"/>
                        <a:t>01111001</a:t>
                      </a:r>
                    </a:p>
                  </a:txBody>
                  <a:tcPr marL="123793" marR="123793" marT="61897" marB="61897" anchor="ctr">
                    <a:lnL>
                      <a:noFill/>
                    </a:lnL>
                    <a:lnR>
                      <a:noFill/>
                    </a:lnR>
                    <a:lnT>
                      <a:noFill/>
                    </a:lnT>
                    <a:lnB>
                      <a:noFill/>
                    </a:lnB>
                    <a:noFill/>
                  </a:tcPr>
                </a:tc>
                <a:extLst>
                  <a:ext uri="{0D108BD9-81ED-4DB2-BD59-A6C34878D82A}">
                    <a16:rowId xmlns:a16="http://schemas.microsoft.com/office/drawing/2014/main" val="1822511159"/>
                  </a:ext>
                </a:extLst>
              </a:tr>
              <a:tr h="384810">
                <a:tc>
                  <a:txBody>
                    <a:bodyPr/>
                    <a:lstStyle/>
                    <a:p>
                      <a:pPr>
                        <a:buNone/>
                      </a:pPr>
                      <a:r>
                        <a:rPr lang="tr-TR" sz="2400"/>
                        <a:t>s</a:t>
                      </a:r>
                    </a:p>
                  </a:txBody>
                  <a:tcPr marL="123793" marR="123793" marT="61897" marB="61897" anchor="ctr">
                    <a:lnL>
                      <a:noFill/>
                    </a:lnL>
                    <a:lnR>
                      <a:noFill/>
                    </a:lnR>
                    <a:lnT>
                      <a:noFill/>
                    </a:lnT>
                    <a:lnB>
                      <a:noFill/>
                    </a:lnB>
                    <a:noFill/>
                  </a:tcPr>
                </a:tc>
                <a:tc>
                  <a:txBody>
                    <a:bodyPr/>
                    <a:lstStyle/>
                    <a:p>
                      <a:pPr>
                        <a:buNone/>
                      </a:pPr>
                      <a:r>
                        <a:rPr lang="tr-TR" sz="2400"/>
                        <a:t>115</a:t>
                      </a:r>
                    </a:p>
                  </a:txBody>
                  <a:tcPr marL="123793" marR="123793" marT="61897" marB="61897" anchor="ctr">
                    <a:lnL>
                      <a:noFill/>
                    </a:lnL>
                    <a:lnR>
                      <a:noFill/>
                    </a:lnR>
                    <a:lnT>
                      <a:noFill/>
                    </a:lnT>
                    <a:lnB>
                      <a:noFill/>
                    </a:lnB>
                    <a:noFill/>
                  </a:tcPr>
                </a:tc>
                <a:tc>
                  <a:txBody>
                    <a:bodyPr/>
                    <a:lstStyle/>
                    <a:p>
                      <a:pPr>
                        <a:buNone/>
                      </a:pPr>
                      <a:r>
                        <a:rPr lang="tr-TR" sz="2400"/>
                        <a:t>01110011</a:t>
                      </a:r>
                    </a:p>
                  </a:txBody>
                  <a:tcPr marL="123793" marR="123793" marT="61897" marB="61897" anchor="ctr">
                    <a:lnL>
                      <a:noFill/>
                    </a:lnL>
                    <a:lnR>
                      <a:noFill/>
                    </a:lnR>
                    <a:lnT>
                      <a:noFill/>
                    </a:lnT>
                    <a:lnB>
                      <a:noFill/>
                    </a:lnB>
                    <a:noFill/>
                  </a:tcPr>
                </a:tc>
                <a:extLst>
                  <a:ext uri="{0D108BD9-81ED-4DB2-BD59-A6C34878D82A}">
                    <a16:rowId xmlns:a16="http://schemas.microsoft.com/office/drawing/2014/main" val="555517300"/>
                  </a:ext>
                </a:extLst>
              </a:tr>
              <a:tr h="384810">
                <a:tc>
                  <a:txBody>
                    <a:bodyPr/>
                    <a:lstStyle/>
                    <a:p>
                      <a:pPr>
                        <a:buNone/>
                      </a:pPr>
                      <a:r>
                        <a:rPr lang="tr-TR" sz="2400"/>
                        <a:t>e</a:t>
                      </a:r>
                    </a:p>
                  </a:txBody>
                  <a:tcPr marL="123793" marR="123793" marT="61897" marB="61897" anchor="ctr">
                    <a:lnL>
                      <a:noFill/>
                    </a:lnL>
                    <a:lnR>
                      <a:noFill/>
                    </a:lnR>
                    <a:lnT>
                      <a:noFill/>
                    </a:lnT>
                    <a:lnB>
                      <a:noFill/>
                    </a:lnB>
                    <a:noFill/>
                  </a:tcPr>
                </a:tc>
                <a:tc>
                  <a:txBody>
                    <a:bodyPr/>
                    <a:lstStyle/>
                    <a:p>
                      <a:pPr>
                        <a:buNone/>
                      </a:pPr>
                      <a:r>
                        <a:rPr lang="tr-TR" sz="2400"/>
                        <a:t>101</a:t>
                      </a:r>
                    </a:p>
                  </a:txBody>
                  <a:tcPr marL="123793" marR="123793" marT="61897" marB="61897" anchor="ctr">
                    <a:lnL>
                      <a:noFill/>
                    </a:lnL>
                    <a:lnR>
                      <a:noFill/>
                    </a:lnR>
                    <a:lnT>
                      <a:noFill/>
                    </a:lnT>
                    <a:lnB>
                      <a:noFill/>
                    </a:lnB>
                    <a:noFill/>
                  </a:tcPr>
                </a:tc>
                <a:tc>
                  <a:txBody>
                    <a:bodyPr/>
                    <a:lstStyle/>
                    <a:p>
                      <a:pPr>
                        <a:buNone/>
                      </a:pPr>
                      <a:r>
                        <a:rPr lang="tr-TR" sz="2400"/>
                        <a:t>01100101</a:t>
                      </a:r>
                    </a:p>
                  </a:txBody>
                  <a:tcPr marL="123793" marR="123793" marT="61897" marB="61897" anchor="ctr">
                    <a:lnL>
                      <a:noFill/>
                    </a:lnL>
                    <a:lnR>
                      <a:noFill/>
                    </a:lnR>
                    <a:lnT>
                      <a:noFill/>
                    </a:lnT>
                    <a:lnB>
                      <a:noFill/>
                    </a:lnB>
                    <a:noFill/>
                  </a:tcPr>
                </a:tc>
                <a:extLst>
                  <a:ext uri="{0D108BD9-81ED-4DB2-BD59-A6C34878D82A}">
                    <a16:rowId xmlns:a16="http://schemas.microsoft.com/office/drawing/2014/main" val="3572492169"/>
                  </a:ext>
                </a:extLst>
              </a:tr>
              <a:tr h="384810">
                <a:tc>
                  <a:txBody>
                    <a:bodyPr/>
                    <a:lstStyle/>
                    <a:p>
                      <a:pPr>
                        <a:buNone/>
                      </a:pPr>
                      <a:r>
                        <a:rPr lang="tr-TR" sz="2400"/>
                        <a:t>c</a:t>
                      </a:r>
                    </a:p>
                  </a:txBody>
                  <a:tcPr marL="123793" marR="123793" marT="61897" marB="61897" anchor="ctr">
                    <a:lnL>
                      <a:noFill/>
                    </a:lnL>
                    <a:lnR>
                      <a:noFill/>
                    </a:lnR>
                    <a:lnT>
                      <a:noFill/>
                    </a:lnT>
                    <a:lnB>
                      <a:noFill/>
                    </a:lnB>
                    <a:noFill/>
                  </a:tcPr>
                </a:tc>
                <a:tc>
                  <a:txBody>
                    <a:bodyPr/>
                    <a:lstStyle/>
                    <a:p>
                      <a:pPr>
                        <a:buNone/>
                      </a:pPr>
                      <a:r>
                        <a:rPr lang="tr-TR" sz="2400"/>
                        <a:t>99</a:t>
                      </a:r>
                    </a:p>
                  </a:txBody>
                  <a:tcPr marL="123793" marR="123793" marT="61897" marB="61897" anchor="ctr">
                    <a:lnL>
                      <a:noFill/>
                    </a:lnL>
                    <a:lnR>
                      <a:noFill/>
                    </a:lnR>
                    <a:lnT>
                      <a:noFill/>
                    </a:lnT>
                    <a:lnB>
                      <a:noFill/>
                    </a:lnB>
                    <a:noFill/>
                  </a:tcPr>
                </a:tc>
                <a:tc>
                  <a:txBody>
                    <a:bodyPr/>
                    <a:lstStyle/>
                    <a:p>
                      <a:pPr>
                        <a:buNone/>
                      </a:pPr>
                      <a:r>
                        <a:rPr lang="tr-TR" sz="2400"/>
                        <a:t>01100011</a:t>
                      </a:r>
                    </a:p>
                  </a:txBody>
                  <a:tcPr marL="123793" marR="123793" marT="61897" marB="61897" anchor="ctr">
                    <a:lnL>
                      <a:noFill/>
                    </a:lnL>
                    <a:lnR>
                      <a:noFill/>
                    </a:lnR>
                    <a:lnT>
                      <a:noFill/>
                    </a:lnT>
                    <a:lnB>
                      <a:noFill/>
                    </a:lnB>
                    <a:noFill/>
                  </a:tcPr>
                </a:tc>
                <a:extLst>
                  <a:ext uri="{0D108BD9-81ED-4DB2-BD59-A6C34878D82A}">
                    <a16:rowId xmlns:a16="http://schemas.microsoft.com/office/drawing/2014/main" val="642802126"/>
                  </a:ext>
                </a:extLst>
              </a:tr>
              <a:tr h="384810">
                <a:tc>
                  <a:txBody>
                    <a:bodyPr/>
                    <a:lstStyle/>
                    <a:p>
                      <a:pPr>
                        <a:buNone/>
                      </a:pPr>
                      <a:r>
                        <a:rPr lang="tr-TR" sz="2400" b="1"/>
                        <a:t>M (key)</a:t>
                      </a:r>
                      <a:endParaRPr lang="tr-TR" sz="2400"/>
                    </a:p>
                  </a:txBody>
                  <a:tcPr marL="123793" marR="123793" marT="61897" marB="61897" anchor="ctr">
                    <a:lnL>
                      <a:noFill/>
                    </a:lnL>
                    <a:lnR>
                      <a:noFill/>
                    </a:lnR>
                    <a:lnT>
                      <a:noFill/>
                    </a:lnT>
                    <a:lnB>
                      <a:noFill/>
                    </a:lnB>
                    <a:noFill/>
                  </a:tcPr>
                </a:tc>
                <a:tc>
                  <a:txBody>
                    <a:bodyPr/>
                    <a:lstStyle/>
                    <a:p>
                      <a:pPr>
                        <a:buNone/>
                      </a:pPr>
                      <a:r>
                        <a:rPr lang="tr-TR" sz="2400" b="1"/>
                        <a:t>77</a:t>
                      </a:r>
                      <a:endParaRPr lang="tr-TR" sz="2400"/>
                    </a:p>
                  </a:txBody>
                  <a:tcPr marL="123793" marR="123793" marT="61897" marB="61897" anchor="ctr">
                    <a:lnL>
                      <a:noFill/>
                    </a:lnL>
                    <a:lnR>
                      <a:noFill/>
                    </a:lnR>
                    <a:lnT>
                      <a:noFill/>
                    </a:lnT>
                    <a:lnB>
                      <a:noFill/>
                    </a:lnB>
                    <a:noFill/>
                  </a:tcPr>
                </a:tc>
                <a:tc>
                  <a:txBody>
                    <a:bodyPr/>
                    <a:lstStyle/>
                    <a:p>
                      <a:pPr>
                        <a:buNone/>
                      </a:pPr>
                      <a:r>
                        <a:rPr lang="tr-TR" sz="2400" b="1" dirty="0"/>
                        <a:t>01001101</a:t>
                      </a:r>
                      <a:endParaRPr lang="tr-TR" sz="2400" dirty="0"/>
                    </a:p>
                  </a:txBody>
                  <a:tcPr marL="123793" marR="123793" marT="61897" marB="61897" anchor="ctr">
                    <a:lnL>
                      <a:noFill/>
                    </a:lnL>
                    <a:lnR>
                      <a:noFill/>
                    </a:lnR>
                    <a:lnT>
                      <a:noFill/>
                    </a:lnT>
                    <a:lnB>
                      <a:noFill/>
                    </a:lnB>
                    <a:noFill/>
                  </a:tcPr>
                </a:tc>
                <a:extLst>
                  <a:ext uri="{0D108BD9-81ED-4DB2-BD59-A6C34878D82A}">
                    <a16:rowId xmlns:a16="http://schemas.microsoft.com/office/drawing/2014/main" val="2768235478"/>
                  </a:ext>
                </a:extLst>
              </a:tr>
            </a:tbl>
          </a:graphicData>
        </a:graphic>
      </p:graphicFrame>
      <p:sp>
        <p:nvSpPr>
          <p:cNvPr id="5" name="TextBox 4">
            <a:extLst>
              <a:ext uri="{FF2B5EF4-FFF2-40B4-BE49-F238E27FC236}">
                <a16:creationId xmlns:a16="http://schemas.microsoft.com/office/drawing/2014/main" id="{E7187550-3619-5CB1-72A9-04A8BBDC5E7D}"/>
              </a:ext>
            </a:extLst>
          </p:cNvPr>
          <p:cNvSpPr txBox="1"/>
          <p:nvPr/>
        </p:nvSpPr>
        <p:spPr>
          <a:xfrm>
            <a:off x="501445" y="1828800"/>
            <a:ext cx="10451592" cy="646331"/>
          </a:xfrm>
          <a:prstGeom prst="rect">
            <a:avLst/>
          </a:prstGeom>
          <a:noFill/>
        </p:spPr>
        <p:txBody>
          <a:bodyPr wrap="square" rtlCol="0">
            <a:spAutoFit/>
          </a:bodyPr>
          <a:lstStyle/>
          <a:p>
            <a:r>
              <a:rPr lang="tr-TR" dirty="0"/>
              <a:t>XOR şifreleme, verileri şifrelemek için kullanılan ve kaba kuvvet yöntemiyle (yani doğru anahtarla eşleşecek rastgele şifreleme anahtarları oluşturarak) kırılması zor olan bir şifreleme yöntemidir. </a:t>
            </a:r>
          </a:p>
        </p:txBody>
      </p:sp>
    </p:spTree>
    <p:extLst>
      <p:ext uri="{BB962C8B-B14F-4D97-AF65-F5344CB8AC3E}">
        <p14:creationId xmlns:p14="http://schemas.microsoft.com/office/powerpoint/2010/main" val="34501565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432</TotalTime>
  <Words>1224</Words>
  <Application>Microsoft Office PowerPoint</Application>
  <PresentationFormat>Widescreen</PresentationFormat>
  <Paragraphs>192</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Calibri</vt:lpstr>
      <vt:lpstr>Office Theme</vt:lpstr>
      <vt:lpstr>Bootcamp 1.Gün</vt:lpstr>
      <vt:lpstr>GİRİŞ </vt:lpstr>
      <vt:lpstr>Types of cryptography</vt:lpstr>
      <vt:lpstr>Hash nedir</vt:lpstr>
      <vt:lpstr>Decoding / encoding</vt:lpstr>
      <vt:lpstr>Cryptography Basics </vt:lpstr>
      <vt:lpstr>Bazı terimler: </vt:lpstr>
      <vt:lpstr>Caesar Cipher </vt:lpstr>
      <vt:lpstr> </vt:lpstr>
      <vt:lpstr>Symmetric Encription</vt:lpstr>
      <vt:lpstr>Asymmetric Encryption </vt:lpstr>
      <vt:lpstr>Public ve Private Key  </vt:lpstr>
      <vt:lpstr>Xor Şifreleme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MERVE GÜNDOĞDU</dc:creator>
  <cp:lastModifiedBy>MERVE GÜNDOĞDU</cp:lastModifiedBy>
  <cp:revision>1</cp:revision>
  <dcterms:created xsi:type="dcterms:W3CDTF">2026-01-06T14:29:57Z</dcterms:created>
  <dcterms:modified xsi:type="dcterms:W3CDTF">2026-01-26T12:34:59Z</dcterms:modified>
</cp:coreProperties>
</file>