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  <p:sldId id="262" r:id="rId7"/>
    <p:sldId id="261" r:id="rId8"/>
    <p:sldId id="264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7F993C-C7E9-408E-8BCC-F76FB34B5F66}" v="35" dt="2026-01-27T18:58:12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VE GÜNDOĞDU" userId="508a701c-2695-47b1-836c-2ebb7eb571de" providerId="ADAL" clId="{0791CBED-D250-47FD-9E7B-F4A3432A2EAE}"/>
    <pc:docChg chg="undo custSel addSld delSld modSld sldOrd modMainMaster">
      <pc:chgData name="MERVE GÜNDOĞDU" userId="508a701c-2695-47b1-836c-2ebb7eb571de" providerId="ADAL" clId="{0791CBED-D250-47FD-9E7B-F4A3432A2EAE}" dt="2026-01-27T19:15:43.296" v="328" actId="2696"/>
      <pc:docMkLst>
        <pc:docMk/>
      </pc:docMkLst>
      <pc:sldChg chg="modTransition">
        <pc:chgData name="MERVE GÜNDOĞDU" userId="508a701c-2695-47b1-836c-2ebb7eb571de" providerId="ADAL" clId="{0791CBED-D250-47FD-9E7B-F4A3432A2EAE}" dt="2026-01-27T18:58:12.839" v="324"/>
        <pc:sldMkLst>
          <pc:docMk/>
          <pc:sldMk cId="1785204205" sldId="256"/>
        </pc:sldMkLst>
      </pc:sldChg>
      <pc:sldChg chg="modSp mod modTransition">
        <pc:chgData name="MERVE GÜNDOĞDU" userId="508a701c-2695-47b1-836c-2ebb7eb571de" providerId="ADAL" clId="{0791CBED-D250-47FD-9E7B-F4A3432A2EAE}" dt="2026-01-27T18:58:12.839" v="324"/>
        <pc:sldMkLst>
          <pc:docMk/>
          <pc:sldMk cId="1361390362" sldId="257"/>
        </pc:sldMkLst>
        <pc:spChg chg="mod">
          <ac:chgData name="MERVE GÜNDOĞDU" userId="508a701c-2695-47b1-836c-2ebb7eb571de" providerId="ADAL" clId="{0791CBED-D250-47FD-9E7B-F4A3432A2EAE}" dt="2026-01-27T13:11:23.881" v="21"/>
          <ac:spMkLst>
            <pc:docMk/>
            <pc:sldMk cId="1361390362" sldId="257"/>
            <ac:spMk id="49" creationId="{0611900F-910A-2535-405C-756B8DFFFE72}"/>
          </ac:spMkLst>
        </pc:spChg>
      </pc:sldChg>
      <pc:sldChg chg="modTransition">
        <pc:chgData name="MERVE GÜNDOĞDU" userId="508a701c-2695-47b1-836c-2ebb7eb571de" providerId="ADAL" clId="{0791CBED-D250-47FD-9E7B-F4A3432A2EAE}" dt="2026-01-27T18:58:12.839" v="324"/>
        <pc:sldMkLst>
          <pc:docMk/>
          <pc:sldMk cId="2164901091" sldId="259"/>
        </pc:sldMkLst>
      </pc:sldChg>
      <pc:sldChg chg="addSp delSp modSp new mod modTransition setBg">
        <pc:chgData name="MERVE GÜNDOĞDU" userId="508a701c-2695-47b1-836c-2ebb7eb571de" providerId="ADAL" clId="{0791CBED-D250-47FD-9E7B-F4A3432A2EAE}" dt="2026-01-27T18:58:12.839" v="324"/>
        <pc:sldMkLst>
          <pc:docMk/>
          <pc:sldMk cId="3833917943" sldId="260"/>
        </pc:sldMkLst>
        <pc:spChg chg="mod">
          <ac:chgData name="MERVE GÜNDOĞDU" userId="508a701c-2695-47b1-836c-2ebb7eb571de" providerId="ADAL" clId="{0791CBED-D250-47FD-9E7B-F4A3432A2EAE}" dt="2026-01-27T18:35:16.303" v="181" actId="1076"/>
          <ac:spMkLst>
            <pc:docMk/>
            <pc:sldMk cId="3833917943" sldId="260"/>
            <ac:spMk id="2" creationId="{E1C7EC30-A921-1D7A-D8CC-73AEA69ADE83}"/>
          </ac:spMkLst>
        </pc:spChg>
        <pc:spChg chg="mod">
          <ac:chgData name="MERVE GÜNDOĞDU" userId="508a701c-2695-47b1-836c-2ebb7eb571de" providerId="ADAL" clId="{0791CBED-D250-47FD-9E7B-F4A3432A2EAE}" dt="2026-01-27T18:35:11.940" v="180" actId="14100"/>
          <ac:spMkLst>
            <pc:docMk/>
            <pc:sldMk cId="3833917943" sldId="260"/>
            <ac:spMk id="3" creationId="{4D020AB3-9DBA-34FD-DB92-BF73C6AA29E8}"/>
          </ac:spMkLst>
        </pc:spChg>
        <pc:spChg chg="add del">
          <ac:chgData name="MERVE GÜNDOĞDU" userId="508a701c-2695-47b1-836c-2ebb7eb571de" providerId="ADAL" clId="{0791CBED-D250-47FD-9E7B-F4A3432A2EAE}" dt="2026-01-27T13:18:27.151" v="69" actId="26606"/>
          <ac:spMkLst>
            <pc:docMk/>
            <pc:sldMk cId="3833917943" sldId="260"/>
            <ac:spMk id="8" creationId="{1B15ED52-F352-441B-82BF-E0EA34836D08}"/>
          </ac:spMkLst>
        </pc:spChg>
        <pc:spChg chg="add">
          <ac:chgData name="MERVE GÜNDOĞDU" userId="508a701c-2695-47b1-836c-2ebb7eb571de" providerId="ADAL" clId="{0791CBED-D250-47FD-9E7B-F4A3432A2EAE}" dt="2026-01-27T13:07:20.496" v="1" actId="26606"/>
          <ac:spMkLst>
            <pc:docMk/>
            <pc:sldMk cId="3833917943" sldId="260"/>
            <ac:spMk id="10" creationId="{3B2E3793-BFE6-45A2-9B7B-E18844431C99}"/>
          </ac:spMkLst>
        </pc:spChg>
        <pc:spChg chg="add del">
          <ac:chgData name="MERVE GÜNDOĞDU" userId="508a701c-2695-47b1-836c-2ebb7eb571de" providerId="ADAL" clId="{0791CBED-D250-47FD-9E7B-F4A3432A2EAE}" dt="2026-01-27T13:18:27.151" v="69" actId="26606"/>
          <ac:spMkLst>
            <pc:docMk/>
            <pc:sldMk cId="3833917943" sldId="260"/>
            <ac:spMk id="12" creationId="{BC4C4868-CB8F-4AF9-9CDB-8108F2C19B67}"/>
          </ac:spMkLst>
        </pc:spChg>
        <pc:spChg chg="add del">
          <ac:chgData name="MERVE GÜNDOĞDU" userId="508a701c-2695-47b1-836c-2ebb7eb571de" providerId="ADAL" clId="{0791CBED-D250-47FD-9E7B-F4A3432A2EAE}" dt="2026-01-27T13:18:27.151" v="69" actId="26606"/>
          <ac:spMkLst>
            <pc:docMk/>
            <pc:sldMk cId="3833917943" sldId="260"/>
            <ac:spMk id="14" creationId="{375E0459-6403-40CD-989D-56A4407CA12E}"/>
          </ac:spMkLst>
        </pc:spChg>
        <pc:spChg chg="add del">
          <ac:chgData name="MERVE GÜNDOĞDU" userId="508a701c-2695-47b1-836c-2ebb7eb571de" providerId="ADAL" clId="{0791CBED-D250-47FD-9E7B-F4A3432A2EAE}" dt="2026-01-27T13:18:27.151" v="69" actId="26606"/>
          <ac:spMkLst>
            <pc:docMk/>
            <pc:sldMk cId="3833917943" sldId="260"/>
            <ac:spMk id="16" creationId="{53E5B1A8-3AC9-4BD1-9BBC-78CA94F2D1BA}"/>
          </ac:spMkLst>
        </pc:spChg>
        <pc:spChg chg="add del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23" creationId="{C4285719-470E-454C-AF62-8323075F1F5B}"/>
          </ac:spMkLst>
        </pc:spChg>
        <pc:spChg chg="del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25" creationId="{CD9FE4EF-C4D8-49A0-B2FF-81D8DB7D8A24}"/>
          </ac:spMkLst>
        </pc:spChg>
        <pc:spChg chg="add del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27" creationId="{4300840D-0A0B-4512-BACA-B439D5B9C57C}"/>
          </ac:spMkLst>
        </pc:spChg>
        <pc:spChg chg="add del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29" creationId="{D2B78728-A580-49A7-84F9-6EF6F583ADE0}"/>
          </ac:spMkLst>
        </pc:spChg>
        <pc:spChg chg="add del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31" creationId="{38FAA1A1-D861-433F-88FA-1E9D6FD31D11}"/>
          </ac:spMkLst>
        </pc:spChg>
        <pc:spChg chg="add del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33" creationId="{8D71EDA1-87BF-4D5D-AB79-F346FD19278A}"/>
          </ac:spMkLst>
        </pc:spChg>
        <pc:spChg chg="add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40" creationId="{3B2E3793-BFE6-45A2-9B7B-E18844431C99}"/>
          </ac:spMkLst>
        </pc:spChg>
        <pc:spChg chg="add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44" creationId="{375E0459-6403-40CD-989D-56A4407CA12E}"/>
          </ac:spMkLst>
        </pc:spChg>
        <pc:spChg chg="add">
          <ac:chgData name="MERVE GÜNDOĞDU" userId="508a701c-2695-47b1-836c-2ebb7eb571de" providerId="ADAL" clId="{0791CBED-D250-47FD-9E7B-F4A3432A2EAE}" dt="2026-01-27T14:00:12.773" v="153" actId="26606"/>
          <ac:spMkLst>
            <pc:docMk/>
            <pc:sldMk cId="3833917943" sldId="260"/>
            <ac:spMk id="46" creationId="{53E5B1A8-3AC9-4BD1-9BBC-78CA94F2D1BA}"/>
          </ac:spMkLst>
        </pc:spChg>
      </pc:sldChg>
      <pc:sldChg chg="addSp modSp add mod modTransition">
        <pc:chgData name="MERVE GÜNDOĞDU" userId="508a701c-2695-47b1-836c-2ebb7eb571de" providerId="ADAL" clId="{0791CBED-D250-47FD-9E7B-F4A3432A2EAE}" dt="2026-01-27T18:58:12.839" v="324"/>
        <pc:sldMkLst>
          <pc:docMk/>
          <pc:sldMk cId="61292684" sldId="261"/>
        </pc:sldMkLst>
        <pc:spChg chg="mod">
          <ac:chgData name="MERVE GÜNDOĞDU" userId="508a701c-2695-47b1-836c-2ebb7eb571de" providerId="ADAL" clId="{0791CBED-D250-47FD-9E7B-F4A3432A2EAE}" dt="2026-01-27T18:41:37.525" v="240" actId="20577"/>
          <ac:spMkLst>
            <pc:docMk/>
            <pc:sldMk cId="61292684" sldId="261"/>
            <ac:spMk id="2" creationId="{1B873F3F-B96A-E9CB-9651-8323DAA701B9}"/>
          </ac:spMkLst>
        </pc:spChg>
        <pc:spChg chg="mod">
          <ac:chgData name="MERVE GÜNDOĞDU" userId="508a701c-2695-47b1-836c-2ebb7eb571de" providerId="ADAL" clId="{0791CBED-D250-47FD-9E7B-F4A3432A2EAE}" dt="2026-01-27T18:43:38.391" v="271" actId="27636"/>
          <ac:spMkLst>
            <pc:docMk/>
            <pc:sldMk cId="61292684" sldId="261"/>
            <ac:spMk id="3" creationId="{34B80A8D-370E-7A8A-4147-2A495701E23A}"/>
          </ac:spMkLst>
        </pc:spChg>
        <pc:picChg chg="add mod">
          <ac:chgData name="MERVE GÜNDOĞDU" userId="508a701c-2695-47b1-836c-2ebb7eb571de" providerId="ADAL" clId="{0791CBED-D250-47FD-9E7B-F4A3432A2EAE}" dt="2026-01-27T18:43:44.296" v="272" actId="1076"/>
          <ac:picMkLst>
            <pc:docMk/>
            <pc:sldMk cId="61292684" sldId="261"/>
            <ac:picMk id="5" creationId="{B60C49D9-A985-85B6-33A6-C8F2705F4375}"/>
          </ac:picMkLst>
        </pc:picChg>
      </pc:sldChg>
      <pc:sldChg chg="modSp add mod modTransition">
        <pc:chgData name="MERVE GÜNDOĞDU" userId="508a701c-2695-47b1-836c-2ebb7eb571de" providerId="ADAL" clId="{0791CBED-D250-47FD-9E7B-F4A3432A2EAE}" dt="2026-01-27T18:58:12.839" v="324"/>
        <pc:sldMkLst>
          <pc:docMk/>
          <pc:sldMk cId="1083920787" sldId="262"/>
        </pc:sldMkLst>
        <pc:spChg chg="mod">
          <ac:chgData name="MERVE GÜNDOĞDU" userId="508a701c-2695-47b1-836c-2ebb7eb571de" providerId="ADAL" clId="{0791CBED-D250-47FD-9E7B-F4A3432A2EAE}" dt="2026-01-27T18:35:25.746" v="183" actId="1076"/>
          <ac:spMkLst>
            <pc:docMk/>
            <pc:sldMk cId="1083920787" sldId="262"/>
            <ac:spMk id="2" creationId="{DB300976-517F-F218-6123-CD2648B429BD}"/>
          </ac:spMkLst>
        </pc:spChg>
        <pc:spChg chg="mod">
          <ac:chgData name="MERVE GÜNDOĞDU" userId="508a701c-2695-47b1-836c-2ebb7eb571de" providerId="ADAL" clId="{0791CBED-D250-47FD-9E7B-F4A3432A2EAE}" dt="2026-01-27T18:40:29.389" v="217" actId="20577"/>
          <ac:spMkLst>
            <pc:docMk/>
            <pc:sldMk cId="1083920787" sldId="262"/>
            <ac:spMk id="3" creationId="{2D52543F-E657-2970-38EF-A20A47433F1D}"/>
          </ac:spMkLst>
        </pc:spChg>
      </pc:sldChg>
      <pc:sldChg chg="addSp delSp modSp add mod ord modTransition">
        <pc:chgData name="MERVE GÜNDOĞDU" userId="508a701c-2695-47b1-836c-2ebb7eb571de" providerId="ADAL" clId="{0791CBED-D250-47FD-9E7B-F4A3432A2EAE}" dt="2026-01-27T18:58:12.839" v="324"/>
        <pc:sldMkLst>
          <pc:docMk/>
          <pc:sldMk cId="569802178" sldId="263"/>
        </pc:sldMkLst>
        <pc:spChg chg="mod">
          <ac:chgData name="MERVE GÜNDOĞDU" userId="508a701c-2695-47b1-836c-2ebb7eb571de" providerId="ADAL" clId="{0791CBED-D250-47FD-9E7B-F4A3432A2EAE}" dt="2026-01-27T18:35:20.269" v="182" actId="1076"/>
          <ac:spMkLst>
            <pc:docMk/>
            <pc:sldMk cId="569802178" sldId="263"/>
            <ac:spMk id="2" creationId="{F31C72F3-AECA-5877-5C7C-8CE3727034D1}"/>
          </ac:spMkLst>
        </pc:spChg>
        <pc:spChg chg="mod">
          <ac:chgData name="MERVE GÜNDOĞDU" userId="508a701c-2695-47b1-836c-2ebb7eb571de" providerId="ADAL" clId="{0791CBED-D250-47FD-9E7B-F4A3432A2EAE}" dt="2026-01-27T18:34:47.028" v="176" actId="207"/>
          <ac:spMkLst>
            <pc:docMk/>
            <pc:sldMk cId="569802178" sldId="263"/>
            <ac:spMk id="3" creationId="{3926ABE3-FAAC-153A-E3BF-A7E25EF21D75}"/>
          </ac:spMkLst>
        </pc:spChg>
        <pc:spChg chg="del">
          <ac:chgData name="MERVE GÜNDOĞDU" userId="508a701c-2695-47b1-836c-2ebb7eb571de" providerId="ADAL" clId="{0791CBED-D250-47FD-9E7B-F4A3432A2EAE}" dt="2026-01-27T13:17:49.461" v="67" actId="26606"/>
          <ac:spMkLst>
            <pc:docMk/>
            <pc:sldMk cId="569802178" sldId="263"/>
            <ac:spMk id="8" creationId="{34629E06-F0A8-829A-3451-3021D1A3BFBE}"/>
          </ac:spMkLst>
        </pc:spChg>
        <pc:spChg chg="del">
          <ac:chgData name="MERVE GÜNDOĞDU" userId="508a701c-2695-47b1-836c-2ebb7eb571de" providerId="ADAL" clId="{0791CBED-D250-47FD-9E7B-F4A3432A2EAE}" dt="2026-01-27T13:17:49.461" v="67" actId="26606"/>
          <ac:spMkLst>
            <pc:docMk/>
            <pc:sldMk cId="569802178" sldId="263"/>
            <ac:spMk id="16" creationId="{84742DB8-E350-8CDB-CE8E-9CD74D2B718F}"/>
          </ac:spMkLst>
        </pc:spChg>
        <pc:spChg chg="add del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23" creationId="{C4285719-470E-454C-AF62-8323075F1F5B}"/>
          </ac:spMkLst>
        </pc:spChg>
        <pc:spChg chg="add del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25" creationId="{CD9FE4EF-C4D8-49A0-B2FF-81D8DB7D8A24}"/>
          </ac:spMkLst>
        </pc:spChg>
        <pc:spChg chg="add del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27" creationId="{4300840D-0A0B-4512-BACA-B439D5B9C57C}"/>
          </ac:spMkLst>
        </pc:spChg>
        <pc:spChg chg="add">
          <ac:chgData name="MERVE GÜNDOĞDU" userId="508a701c-2695-47b1-836c-2ebb7eb571de" providerId="ADAL" clId="{0791CBED-D250-47FD-9E7B-F4A3432A2EAE}" dt="2026-01-27T13:17:49.461" v="67" actId="26606"/>
          <ac:spMkLst>
            <pc:docMk/>
            <pc:sldMk cId="569802178" sldId="263"/>
            <ac:spMk id="29" creationId="{D2B78728-A580-49A7-84F9-6EF6F583ADE0}"/>
          </ac:spMkLst>
        </pc:spChg>
        <pc:spChg chg="add">
          <ac:chgData name="MERVE GÜNDOĞDU" userId="508a701c-2695-47b1-836c-2ebb7eb571de" providerId="ADAL" clId="{0791CBED-D250-47FD-9E7B-F4A3432A2EAE}" dt="2026-01-27T13:17:49.461" v="67" actId="26606"/>
          <ac:spMkLst>
            <pc:docMk/>
            <pc:sldMk cId="569802178" sldId="263"/>
            <ac:spMk id="31" creationId="{38FAA1A1-D861-433F-88FA-1E9D6FD31D11}"/>
          </ac:spMkLst>
        </pc:spChg>
        <pc:spChg chg="add del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33" creationId="{8D71EDA1-87BF-4D5D-AB79-F346FD19278A}"/>
          </ac:spMkLst>
        </pc:spChg>
        <pc:spChg chg="add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38" creationId="{1B15ED52-F352-441B-82BF-E0EA34836D08}"/>
          </ac:spMkLst>
        </pc:spChg>
        <pc:spChg chg="add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40" creationId="{3B2E3793-BFE6-45A2-9B7B-E18844431C99}"/>
          </ac:spMkLst>
        </pc:spChg>
        <pc:spChg chg="add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44" creationId="{375E0459-6403-40CD-989D-56A4407CA12E}"/>
          </ac:spMkLst>
        </pc:spChg>
        <pc:spChg chg="add">
          <ac:chgData name="MERVE GÜNDOĞDU" userId="508a701c-2695-47b1-836c-2ebb7eb571de" providerId="ADAL" clId="{0791CBED-D250-47FD-9E7B-F4A3432A2EAE}" dt="2026-01-27T13:59:53.454" v="139" actId="26606"/>
          <ac:spMkLst>
            <pc:docMk/>
            <pc:sldMk cId="569802178" sldId="263"/>
            <ac:spMk id="46" creationId="{53E5B1A8-3AC9-4BD1-9BBC-78CA94F2D1BA}"/>
          </ac:spMkLst>
        </pc:spChg>
      </pc:sldChg>
      <pc:sldChg chg="addSp delSp modSp add mod modTransition">
        <pc:chgData name="MERVE GÜNDOĞDU" userId="508a701c-2695-47b1-836c-2ebb7eb571de" providerId="ADAL" clId="{0791CBED-D250-47FD-9E7B-F4A3432A2EAE}" dt="2026-01-27T18:58:12.839" v="324"/>
        <pc:sldMkLst>
          <pc:docMk/>
          <pc:sldMk cId="1663036069" sldId="264"/>
        </pc:sldMkLst>
        <pc:spChg chg="del mod">
          <ac:chgData name="MERVE GÜNDOĞDU" userId="508a701c-2695-47b1-836c-2ebb7eb571de" providerId="ADAL" clId="{0791CBED-D250-47FD-9E7B-F4A3432A2EAE}" dt="2026-01-27T18:56:27.469" v="305" actId="21"/>
          <ac:spMkLst>
            <pc:docMk/>
            <pc:sldMk cId="1663036069" sldId="264"/>
            <ac:spMk id="2" creationId="{1A094DF8-BF81-05D7-2446-28EC88CC725B}"/>
          </ac:spMkLst>
        </pc:spChg>
        <pc:spChg chg="mod">
          <ac:chgData name="MERVE GÜNDOĞDU" userId="508a701c-2695-47b1-836c-2ebb7eb571de" providerId="ADAL" clId="{0791CBED-D250-47FD-9E7B-F4A3432A2EAE}" dt="2026-01-27T18:44:12.566" v="284" actId="27636"/>
          <ac:spMkLst>
            <pc:docMk/>
            <pc:sldMk cId="1663036069" sldId="264"/>
            <ac:spMk id="3" creationId="{F3C30F7A-F2BF-B683-7AB3-7DF5DEC323EE}"/>
          </ac:spMkLst>
        </pc:spChg>
        <pc:spChg chg="add mod">
          <ac:chgData name="MERVE GÜNDOĞDU" userId="508a701c-2695-47b1-836c-2ebb7eb571de" providerId="ADAL" clId="{0791CBED-D250-47FD-9E7B-F4A3432A2EAE}" dt="2026-01-27T18:56:22.635" v="304" actId="207"/>
          <ac:spMkLst>
            <pc:docMk/>
            <pc:sldMk cId="1663036069" sldId="264"/>
            <ac:spMk id="4" creationId="{1C2F705D-78DF-7554-0682-21291473A75E}"/>
          </ac:spMkLst>
        </pc:spChg>
        <pc:picChg chg="del">
          <ac:chgData name="MERVE GÜNDOĞDU" userId="508a701c-2695-47b1-836c-2ebb7eb571de" providerId="ADAL" clId="{0791CBED-D250-47FD-9E7B-F4A3432A2EAE}" dt="2026-01-27T18:44:16.077" v="285" actId="21"/>
          <ac:picMkLst>
            <pc:docMk/>
            <pc:sldMk cId="1663036069" sldId="264"/>
            <ac:picMk id="5" creationId="{46877D37-98BF-2F38-0F02-A20F78CA48F1}"/>
          </ac:picMkLst>
        </pc:picChg>
        <pc:picChg chg="add mod">
          <ac:chgData name="MERVE GÜNDOĞDU" userId="508a701c-2695-47b1-836c-2ebb7eb571de" providerId="ADAL" clId="{0791CBED-D250-47FD-9E7B-F4A3432A2EAE}" dt="2026-01-27T18:57:37.578" v="321" actId="1076"/>
          <ac:picMkLst>
            <pc:docMk/>
            <pc:sldMk cId="1663036069" sldId="264"/>
            <ac:picMk id="7" creationId="{506315DF-F844-350A-09A8-45E93230889C}"/>
          </ac:picMkLst>
        </pc:picChg>
        <pc:picChg chg="add mod">
          <ac:chgData name="MERVE GÜNDOĞDU" userId="508a701c-2695-47b1-836c-2ebb7eb571de" providerId="ADAL" clId="{0791CBED-D250-47FD-9E7B-F4A3432A2EAE}" dt="2026-01-27T18:57:31.626" v="319" actId="14100"/>
          <ac:picMkLst>
            <pc:docMk/>
            <pc:sldMk cId="1663036069" sldId="264"/>
            <ac:picMk id="11" creationId="{FCCC50E6-C48D-114B-E07F-3369E7A9A8DC}"/>
          </ac:picMkLst>
        </pc:picChg>
        <pc:picChg chg="add mod">
          <ac:chgData name="MERVE GÜNDOĞDU" userId="508a701c-2695-47b1-836c-2ebb7eb571de" providerId="ADAL" clId="{0791CBED-D250-47FD-9E7B-F4A3432A2EAE}" dt="2026-01-27T18:57:35.370" v="320" actId="1076"/>
          <ac:picMkLst>
            <pc:docMk/>
            <pc:sldMk cId="1663036069" sldId="264"/>
            <ac:picMk id="15" creationId="{9A826929-9B1A-1333-B9A3-D71FF61433DD}"/>
          </ac:picMkLst>
        </pc:picChg>
        <pc:picChg chg="add mod">
          <ac:chgData name="MERVE GÜNDOĞDU" userId="508a701c-2695-47b1-836c-2ebb7eb571de" providerId="ADAL" clId="{0791CBED-D250-47FD-9E7B-F4A3432A2EAE}" dt="2026-01-27T18:57:28.926" v="318" actId="1076"/>
          <ac:picMkLst>
            <pc:docMk/>
            <pc:sldMk cId="1663036069" sldId="264"/>
            <ac:picMk id="18" creationId="{CD6DD237-9B28-8307-56C6-D848C2A77918}"/>
          </ac:picMkLst>
        </pc:picChg>
      </pc:sldChg>
      <pc:sldChg chg="new del ord">
        <pc:chgData name="MERVE GÜNDOĞDU" userId="508a701c-2695-47b1-836c-2ebb7eb571de" providerId="ADAL" clId="{0791CBED-D250-47FD-9E7B-F4A3432A2EAE}" dt="2026-01-27T19:15:43.296" v="328" actId="2696"/>
        <pc:sldMkLst>
          <pc:docMk/>
          <pc:sldMk cId="3993612064" sldId="265"/>
        </pc:sldMkLst>
      </pc:sldChg>
      <pc:sldMasterChg chg="modTransition modSldLayout">
        <pc:chgData name="MERVE GÜNDOĞDU" userId="508a701c-2695-47b1-836c-2ebb7eb571de" providerId="ADAL" clId="{0791CBED-D250-47FD-9E7B-F4A3432A2EAE}" dt="2026-01-27T18:58:12.839" v="324"/>
        <pc:sldMasterMkLst>
          <pc:docMk/>
          <pc:sldMasterMk cId="302555272" sldId="2147483648"/>
        </pc:sldMasterMkLst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3434440304" sldId="2147483649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448967983" sldId="2147483650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1694410212" sldId="2147483651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1726023605" sldId="2147483652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3789889791" sldId="2147483653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2129410618" sldId="2147483654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2159039353" sldId="2147483655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2372041178" sldId="2147483656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225716228" sldId="2147483657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765257792" sldId="2147483658"/>
          </pc:sldLayoutMkLst>
        </pc:sldLayoutChg>
        <pc:sldLayoutChg chg="modTransition">
          <pc:chgData name="MERVE GÜNDOĞDU" userId="508a701c-2695-47b1-836c-2ebb7eb571de" providerId="ADAL" clId="{0791CBED-D250-47FD-9E7B-F4A3432A2EAE}" dt="2026-01-27T18:58:12.839" v="324"/>
          <pc:sldLayoutMkLst>
            <pc:docMk/>
            <pc:sldMasterMk cId="302555272" sldId="2147483648"/>
            <pc:sldLayoutMk cId="294501007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BE1F-14CD-30AB-1C7A-3966236C9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218D2-366A-A12E-F544-2C2DF11EC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A2586-2134-7D5A-7D42-26029E2F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7E04B-00D1-8A65-A210-177F62A7F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EE8D-80ED-3F84-DEEC-A5AFBFB4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440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86A8-7228-4410-F427-E91F411E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A0947-C981-5221-5F29-3807A81D8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463CD-4ABC-30E9-8C8C-E9FE6497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FCB6B-742B-17C6-9B57-EBB156BE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5564C-B751-64E6-DEED-ABB474C8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8967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303A-64E6-0DEE-2BD7-DF05581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E37A1-FE61-74CB-C5E4-C4EDE5437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BC6C8-0F05-E1F6-AB42-92DC8A2C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481B9-BCA5-A3CC-9BC7-3053CBFF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E5C57-C2FC-53FE-F2BA-99F12E9A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4410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5DFC-9BD7-4DE0-EDD6-99B673A2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E3E10-50C7-C8F7-F825-6D9AA8EF5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C36F3-F1C4-4BAD-537E-8521720B2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2D1A3-C905-1C0F-DB03-D8E7F393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47DB7-A2D7-2678-F972-D93B3F840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1CFD-3210-FB43-9B5A-058C8E1D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6023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444B-FF73-E2F7-4B17-37513DDBD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48498-F770-60E1-B80D-681B5AC1D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629E5-CD3E-7831-C38C-7CD880AE8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C865F-2869-E7C0-5E60-266921959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EC047-37BB-99B1-EECD-CC06B27BB4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CE043-346F-165E-3412-E1BA55CF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A4E63-EA7B-3BCA-D166-63792073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03C58A-0DD1-9107-ED5D-AA3096BF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988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64AF-D351-96B5-F67B-27B951743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4A815-66C7-8F58-CC00-E726F304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EF486-9F01-F5EE-2366-E0ADED4A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724FF-2E84-ACA5-3B66-23F0CA8D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9410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B70FCF-CC97-1C29-E985-1097E95A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AB6A-49EF-E880-818B-5CB39FB1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02ACD-1595-92B7-A987-71DAF4B6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9039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2C05-0CA3-9397-9622-F672DA03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3804F-31CF-68C1-8CEE-09D865569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4941E-C8A0-BF5E-609F-A33CD971A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88442-73AB-D1A4-9B88-83460C5C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0F172-8ABA-039A-1662-473F3AA9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C46C7-FC45-6815-1CA8-D5153B9B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2041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E3C9-A948-1E0D-5AC5-AEC0F728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0EC3B-A5DB-C585-1A09-6A0B1DD88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663EA-DF79-E220-8819-E91FD657E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0AFE0-1317-DFE0-E6E5-6F2FD3E7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4696F-39C1-CE13-854D-149B2983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8ED3E-B710-3241-3C93-D4A7AA332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716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991F-9258-F17B-B031-8CE048DC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69021-854A-7386-E966-B4164F323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CA328-AE66-B791-C91A-403E2A43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182F6-A49B-8D5F-22BE-49A862437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7908-0F09-7EC5-B412-1E9451CC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5257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CF551-6D7A-24B6-AF63-A4ACBE1DB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0130B-78F5-6834-0DD6-2147D71A3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12AF-EB27-224C-E165-28652B6B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49CDE-B5B4-2760-D7E8-A70AF149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92540-ADB0-8670-5278-730869EF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5010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92A47-F4BE-3997-7B88-89159BBAC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CC671-7641-6E7A-8D5F-2E858CDF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1E562-DA90-5E69-E92A-21D441CF0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848B6-E424-4FE8-A443-8718AFA9F552}" type="datetimeFigureOut">
              <a:rPr lang="tr-TR" smtClean="0"/>
              <a:t>27.01.2026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FE373-5707-8142-9495-404B22163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7A68D-4468-A7C4-41A7-3973A1978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5AE68-EDA9-437D-A758-80440838F1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55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jwt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omputer-networks/payload-in-computer-network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65384-567A-75BF-D0C2-56EB8CABF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tr-TR" sz="4800">
                <a:solidFill>
                  <a:srgbClr val="FFFFFF"/>
                </a:solidFill>
              </a:rPr>
              <a:t>Bootcamp 2. Gün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600AC-BA3A-0C91-9641-F249DFB77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4824" y="4123335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tr-TR" sz="3200" dirty="0" err="1"/>
              <a:t>Json</a:t>
            </a:r>
            <a:r>
              <a:rPr lang="tr-TR" sz="3200" dirty="0"/>
              <a:t> Web </a:t>
            </a:r>
            <a:r>
              <a:rPr lang="tr-TR" sz="3200" dirty="0" err="1"/>
              <a:t>Token</a:t>
            </a:r>
            <a:r>
              <a:rPr lang="tr-TR" sz="3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158F8-F2E6-82BD-0E8E-ED3D67F167EF}"/>
              </a:ext>
            </a:extLst>
          </p:cNvPr>
          <p:cNvSpPr txBox="1"/>
          <p:nvPr/>
        </p:nvSpPr>
        <p:spPr>
          <a:xfrm>
            <a:off x="8615680" y="6210717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Merve Gündoğdu – SKY SEC</a:t>
            </a:r>
          </a:p>
          <a:p>
            <a:r>
              <a:rPr lang="tr-TR" sz="1400" dirty="0"/>
              <a:t>Matematik Mühendisliği 2.Sınıf </a:t>
            </a:r>
          </a:p>
        </p:txBody>
      </p:sp>
    </p:spTree>
    <p:extLst>
      <p:ext uri="{BB962C8B-B14F-4D97-AF65-F5344CB8AC3E}">
        <p14:creationId xmlns:p14="http://schemas.microsoft.com/office/powerpoint/2010/main" val="1785204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DAB79-331B-9B9D-CE1D-8BAE795A1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>
                <a:solidFill>
                  <a:srgbClr val="FFFFFF"/>
                </a:solidFill>
              </a:rPr>
              <a:t>Json Web Token Nedir ?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0611900F-910A-2535-405C-756B8DFFF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1891970"/>
            <a:ext cx="11614662" cy="4671492"/>
          </a:xfrm>
        </p:spPr>
        <p:txBody>
          <a:bodyPr anchor="ctr">
            <a:normAutofit/>
          </a:bodyPr>
          <a:lstStyle/>
          <a:p>
            <a:r>
              <a:rPr lang="tr-TR" sz="1800" dirty="0"/>
              <a:t>JSON Web </a:t>
            </a:r>
            <a:r>
              <a:rPr lang="tr-TR" sz="1800" dirty="0" err="1"/>
              <a:t>Token</a:t>
            </a:r>
            <a:r>
              <a:rPr lang="tr-TR" sz="1800" dirty="0"/>
              <a:t> (JWT), istemci ve sunucu arasında bilgi göndermenin güvenli bir yoludur. Esas olarak web uygulamalarında ve </a:t>
            </a:r>
            <a:r>
              <a:rPr lang="tr-TR" sz="1800" dirty="0" err="1"/>
              <a:t>API'lerde</a:t>
            </a:r>
            <a:r>
              <a:rPr lang="tr-TR" sz="1800" dirty="0"/>
              <a:t> kullanıcıları doğrulamak ve yetkisiz erişimi önlemek için kullanılır. JWT, kriptografik bir imza ile güvence altına alınmış JSON verisidir. </a:t>
            </a:r>
          </a:p>
          <a:p>
            <a:r>
              <a:rPr lang="tr-TR" sz="1800" b="1" dirty="0"/>
              <a:t>JWT</a:t>
            </a:r>
            <a:r>
              <a:rPr lang="tr-TR" sz="1800" dirty="0"/>
              <a:t>, bir kullanıcının </a:t>
            </a:r>
            <a:r>
              <a:rPr lang="tr-TR" sz="1800" b="1" dirty="0"/>
              <a:t>kimliğini ve yetkilerini</a:t>
            </a:r>
            <a:r>
              <a:rPr lang="tr-TR" sz="1800" dirty="0"/>
              <a:t>, </a:t>
            </a:r>
            <a:r>
              <a:rPr lang="tr-TR" sz="1800" b="1" dirty="0"/>
              <a:t>sunucuya tekrar tekrar sormadan</a:t>
            </a:r>
            <a:r>
              <a:rPr lang="tr-TR" sz="1800" dirty="0"/>
              <a:t> doğrulamak için kullanılan </a:t>
            </a:r>
            <a:r>
              <a:rPr lang="tr-TR" sz="1800" b="1" dirty="0"/>
              <a:t>imzalı bir </a:t>
            </a:r>
            <a:r>
              <a:rPr lang="tr-TR" sz="1800" b="1" dirty="0" err="1"/>
              <a:t>token</a:t>
            </a:r>
            <a:r>
              <a:rPr lang="tr-TR" sz="1800" b="1" dirty="0"/>
              <a:t> (bilet)</a:t>
            </a:r>
            <a:r>
              <a:rPr lang="tr-TR" sz="1800" dirty="0"/>
              <a:t> sistemidir.</a:t>
            </a:r>
          </a:p>
          <a:p>
            <a:endParaRPr lang="tr-TR" sz="1600" dirty="0"/>
          </a:p>
          <a:p>
            <a:pPr marL="0" indent="0">
              <a:buNone/>
            </a:pPr>
            <a:r>
              <a:rPr lang="tr-TR" sz="1600" dirty="0"/>
              <a:t>    İmzalama işlemi şu kriptografik yöntemler kullanılarak yapılabilir:</a:t>
            </a:r>
          </a:p>
          <a:p>
            <a:r>
              <a:rPr lang="tr-TR" sz="1600" dirty="0"/>
              <a:t>HMAC (Karma Tabanlı Mesaj Doğrulama Kodu)</a:t>
            </a:r>
          </a:p>
          <a:p>
            <a:r>
              <a:rPr lang="tr-TR" sz="1600" dirty="0"/>
              <a:t>RSA veya ECDSA (Asimetrik şifreleme algoritmaları)</a:t>
            </a:r>
          </a:p>
          <a:p>
            <a:endParaRPr lang="tr-TR" sz="1600" dirty="0"/>
          </a:p>
          <a:p>
            <a:r>
              <a:rPr lang="tr-TR" sz="1400" dirty="0">
                <a:solidFill>
                  <a:schemeClr val="accent5">
                    <a:lumMod val="75000"/>
                  </a:schemeClr>
                </a:solidFill>
              </a:rPr>
              <a:t>API : API, bir yazılımın diğer yazılımlarla iletişim kurabilmesi ve veri alışverişi yapabilmesi için sunduğu belirli kurallar ve protokoller bütünü olarak tanımlanabilir.</a:t>
            </a:r>
          </a:p>
          <a:p>
            <a:r>
              <a:rPr lang="tr-TR" sz="1400" dirty="0">
                <a:solidFill>
                  <a:schemeClr val="accent5">
                    <a:lumMod val="75000"/>
                  </a:schemeClr>
                </a:solidFill>
              </a:rPr>
              <a:t>JSON: JSON (JavaScript Nesne Gösterimi), verileri hem insan tarafından okunabilir hem de makine tarafından karşılaştırılabilir bir şekilde depolamak ve değiştirmek için kullanılan metin tabanlı bir formattır.</a:t>
            </a:r>
          </a:p>
          <a:p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361390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ACE21-F0E9-A18B-4C23-149164115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02B0E1C8-0B65-4C31-5AE1-989F82AA8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AA23B7F-4EB1-5831-E6E0-B658D3177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8DD7027-C397-7AAE-9103-D1F33351B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E60799-AA54-5D85-F439-6D68399B2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E8A00A-3F93-5CAC-B087-E71E5CE7F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1E2AC-E415-869F-6CFB-7716B924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chemeClr val="bg1"/>
                </a:solidFill>
              </a:rPr>
              <a:t>JWT Yapısı 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F35E91AC-C417-7DEF-974E-575C16C13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1891970"/>
            <a:ext cx="11614662" cy="46714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Bir JWT, </a:t>
            </a:r>
            <a:r>
              <a:rPr lang="en-US" sz="1800" dirty="0" err="1"/>
              <a:t>noktalarla</a:t>
            </a:r>
            <a:r>
              <a:rPr lang="en-US" sz="1800" dirty="0"/>
              <a:t> </a:t>
            </a:r>
            <a:r>
              <a:rPr lang="en-US" sz="1800" dirty="0" err="1"/>
              <a:t>ayrılmış</a:t>
            </a:r>
            <a:r>
              <a:rPr lang="en-US" sz="1800" dirty="0"/>
              <a:t> </a:t>
            </a:r>
            <a:r>
              <a:rPr lang="en-US" sz="1800" dirty="0" err="1"/>
              <a:t>üç</a:t>
            </a:r>
            <a:r>
              <a:rPr lang="en-US" sz="1800" dirty="0"/>
              <a:t> </a:t>
            </a:r>
            <a:r>
              <a:rPr lang="en-US" sz="1800" dirty="0" err="1"/>
              <a:t>bölümden</a:t>
            </a:r>
            <a:r>
              <a:rPr lang="en-US" sz="1800" dirty="0"/>
              <a:t> </a:t>
            </a:r>
            <a:r>
              <a:rPr lang="en-US" sz="1800" dirty="0" err="1"/>
              <a:t>oluşur</a:t>
            </a:r>
            <a:r>
              <a:rPr lang="en-US" sz="1800" dirty="0"/>
              <a:t> (.)</a:t>
            </a:r>
            <a:r>
              <a:rPr lang="tr-TR" sz="1050" dirty="0">
                <a:hlinkClick r:id="rId2"/>
              </a:rPr>
              <a:t>https://www.jwt.io/</a:t>
            </a:r>
            <a:endParaRPr lang="tr-TR" sz="1050" dirty="0"/>
          </a:p>
          <a:p>
            <a:endParaRPr lang="tr-TR" sz="1050" dirty="0"/>
          </a:p>
          <a:p>
            <a:pPr marL="0" indent="0" fontAlgn="base">
              <a:buNone/>
            </a:pPr>
            <a:r>
              <a:rPr lang="tr-TR" sz="1600" b="1" dirty="0"/>
              <a:t>1-)</a:t>
            </a:r>
            <a:r>
              <a:rPr lang="en-US" sz="1600" b="1" dirty="0"/>
              <a:t>Header: </a:t>
            </a:r>
            <a:r>
              <a:rPr lang="en-US" sz="1600" dirty="0"/>
              <a:t>Token </a:t>
            </a:r>
            <a:r>
              <a:rPr lang="en-US" sz="1600" dirty="0" err="1"/>
              <a:t>hakkında</a:t>
            </a:r>
            <a:r>
              <a:rPr lang="en-US" sz="1600" dirty="0"/>
              <a:t> meta </a:t>
            </a:r>
            <a:r>
              <a:rPr lang="en-US" sz="1600" dirty="0" err="1"/>
              <a:t>veriler</a:t>
            </a:r>
            <a:r>
              <a:rPr lang="en-US" sz="1600" dirty="0"/>
              <a:t> </a:t>
            </a:r>
            <a:r>
              <a:rPr lang="en-US" sz="1600" dirty="0" err="1"/>
              <a:t>içerir</a:t>
            </a:r>
            <a:r>
              <a:rPr lang="en-US" sz="1600" dirty="0"/>
              <a:t>, </a:t>
            </a:r>
            <a:r>
              <a:rPr lang="en-US" sz="1600" dirty="0" err="1"/>
              <a:t>örneğin</a:t>
            </a:r>
            <a:r>
              <a:rPr lang="en-US" sz="1600" dirty="0"/>
              <a:t> </a:t>
            </a:r>
            <a:r>
              <a:rPr lang="en-US" sz="1600" dirty="0" err="1"/>
              <a:t>imzalama</a:t>
            </a:r>
            <a:r>
              <a:rPr lang="en-US" sz="1600" dirty="0"/>
              <a:t> </a:t>
            </a:r>
            <a:r>
              <a:rPr lang="en-US" sz="1600" dirty="0" err="1"/>
              <a:t>için</a:t>
            </a:r>
            <a:r>
              <a:rPr lang="en-US" sz="1600" dirty="0"/>
              <a:t> </a:t>
            </a:r>
            <a:r>
              <a:rPr lang="en-US" sz="1600" dirty="0" err="1"/>
              <a:t>kullanılan</a:t>
            </a:r>
            <a:r>
              <a:rPr lang="en-US" sz="1600" dirty="0"/>
              <a:t> </a:t>
            </a:r>
            <a:r>
              <a:rPr lang="en-US" sz="1600" dirty="0" err="1"/>
              <a:t>algoritma</a:t>
            </a:r>
            <a:r>
              <a:rPr lang="en-US" sz="1600" dirty="0"/>
              <a:t>.</a:t>
            </a:r>
            <a:endParaRPr lang="tr-TR" sz="1600" dirty="0"/>
          </a:p>
          <a:p>
            <a:pPr marL="0" indent="0" fontAlgn="base">
              <a:buNone/>
            </a:pPr>
            <a:r>
              <a:rPr lang="tr-TR" sz="1600" b="1" dirty="0"/>
              <a:t>2-)</a:t>
            </a:r>
            <a:r>
              <a:rPr lang="en-US" sz="1600" b="1" dirty="0"/>
              <a:t>Payload: </a:t>
            </a:r>
            <a:r>
              <a:rPr lang="en-US" sz="1600" dirty="0" err="1"/>
              <a:t>Talepleri</a:t>
            </a:r>
            <a:r>
              <a:rPr lang="en-US" sz="1600" dirty="0"/>
              <a:t>, </a:t>
            </a:r>
            <a:r>
              <a:rPr lang="en-US" sz="1600" dirty="0" err="1"/>
              <a:t>yani</a:t>
            </a:r>
            <a:r>
              <a:rPr lang="en-US" sz="1600" dirty="0"/>
              <a:t> </a:t>
            </a:r>
            <a:r>
              <a:rPr lang="en-US" sz="1600" dirty="0" err="1"/>
              <a:t>iletilen</a:t>
            </a:r>
            <a:r>
              <a:rPr lang="en-US" sz="1600" dirty="0"/>
              <a:t> </a:t>
            </a:r>
            <a:r>
              <a:rPr lang="en-US" sz="1600" dirty="0" err="1"/>
              <a:t>verileri</a:t>
            </a:r>
            <a:r>
              <a:rPr lang="en-US" sz="1600" dirty="0"/>
              <a:t> </a:t>
            </a:r>
            <a:r>
              <a:rPr lang="en-US" sz="1600" dirty="0" err="1"/>
              <a:t>saklar</a:t>
            </a:r>
            <a:r>
              <a:rPr lang="en-US" sz="1600" dirty="0"/>
              <a:t>.</a:t>
            </a:r>
            <a:endParaRPr lang="tr-TR" sz="1600" dirty="0"/>
          </a:p>
          <a:p>
            <a:pPr marL="0" indent="0" fontAlgn="base">
              <a:buNone/>
            </a:pPr>
            <a:r>
              <a:rPr lang="tr-TR" sz="1600" b="1" dirty="0"/>
              <a:t>3-)</a:t>
            </a:r>
            <a:r>
              <a:rPr lang="en-US" sz="1600" b="1" dirty="0"/>
              <a:t>Signature: </a:t>
            </a:r>
            <a:r>
              <a:rPr lang="en-US" sz="1600" dirty="0" err="1"/>
              <a:t>Tokenın</a:t>
            </a:r>
            <a:r>
              <a:rPr lang="en-US" sz="1600" dirty="0"/>
              <a:t> </a:t>
            </a:r>
            <a:r>
              <a:rPr lang="en-US" sz="1600" dirty="0" err="1"/>
              <a:t>bütünlüğünü</a:t>
            </a:r>
            <a:r>
              <a:rPr lang="en-US" sz="1600" dirty="0"/>
              <a:t> </a:t>
            </a:r>
            <a:r>
              <a:rPr lang="en-US" sz="1600" dirty="0" err="1"/>
              <a:t>ve</a:t>
            </a:r>
            <a:r>
              <a:rPr lang="en-US" sz="1600" dirty="0"/>
              <a:t> </a:t>
            </a:r>
            <a:r>
              <a:rPr lang="en-US" sz="1600" dirty="0" err="1"/>
              <a:t>orijinalliğini</a:t>
            </a:r>
            <a:r>
              <a:rPr lang="en-US" sz="1600" dirty="0"/>
              <a:t> </a:t>
            </a:r>
            <a:r>
              <a:rPr lang="en-US" sz="1600" dirty="0" err="1"/>
              <a:t>garanti</a:t>
            </a:r>
            <a:r>
              <a:rPr lang="en-US" sz="1600" dirty="0"/>
              <a:t> </a:t>
            </a:r>
            <a:r>
              <a:rPr lang="en-US" sz="1600" dirty="0" err="1"/>
              <a:t>eder</a:t>
            </a:r>
            <a:r>
              <a:rPr lang="en-US" sz="1600" dirty="0"/>
              <a:t>.</a:t>
            </a:r>
            <a:endParaRPr lang="tr-TR" sz="1600" dirty="0"/>
          </a:p>
          <a:p>
            <a:pPr marL="0" indent="0" fontAlgn="base">
              <a:buNone/>
            </a:pPr>
            <a:endParaRPr lang="tr-TR" sz="1600" dirty="0"/>
          </a:p>
          <a:p>
            <a:pPr marL="0" indent="0" fontAlgn="base">
              <a:buNone/>
            </a:pPr>
            <a:endParaRPr lang="tr-TR" sz="1600" dirty="0"/>
          </a:p>
          <a:p>
            <a:pPr marL="0" indent="0" fontAlgn="base">
              <a:buNone/>
            </a:pPr>
            <a:endParaRPr lang="tr-TR" sz="1600" dirty="0"/>
          </a:p>
          <a:p>
            <a:pPr marL="0" indent="0" fontAlgn="base">
              <a:buNone/>
            </a:pPr>
            <a:endParaRPr lang="tr-TR" sz="1600" dirty="0"/>
          </a:p>
          <a:p>
            <a:pPr marL="0" indent="0" fontAlgn="base">
              <a:buNone/>
            </a:pPr>
            <a:endParaRPr lang="tr-TR" sz="1600" dirty="0"/>
          </a:p>
          <a:p>
            <a:pPr marL="0" indent="0" fontAlgn="base">
              <a:buNone/>
            </a:pPr>
            <a:endParaRPr lang="tr-TR" sz="1600" dirty="0"/>
          </a:p>
          <a:p>
            <a:pPr marL="0" indent="0" fontAlgn="base">
              <a:buNone/>
            </a:pPr>
            <a:endParaRPr lang="tr-TR" sz="1600" dirty="0"/>
          </a:p>
          <a:p>
            <a:endParaRPr lang="tr-TR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0FF7A-42F9-DADD-FD21-F83D08B59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605" y="3668650"/>
            <a:ext cx="6710402" cy="311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01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C9E32-2A65-36FC-9075-32531AF1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C72F3-AECA-5877-5C7C-8CE37270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334774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1-) HEADER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6ABE3-FAAC-153A-E3BF-A7E25EF21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09" y="1885278"/>
            <a:ext cx="11732646" cy="48557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 err="1"/>
              <a:t>Başlık</a:t>
            </a:r>
            <a:r>
              <a:rPr lang="en-US" sz="1900" dirty="0"/>
              <a:t>, token </a:t>
            </a:r>
            <a:r>
              <a:rPr lang="en-US" sz="1900" dirty="0" err="1"/>
              <a:t>hakkında</a:t>
            </a:r>
            <a:r>
              <a:rPr lang="en-US" sz="1900" dirty="0"/>
              <a:t> meta </a:t>
            </a:r>
            <a:r>
              <a:rPr lang="en-US" sz="1900" dirty="0" err="1"/>
              <a:t>veriler</a:t>
            </a:r>
            <a:r>
              <a:rPr lang="en-US" sz="1900" dirty="0"/>
              <a:t> </a:t>
            </a:r>
            <a:r>
              <a:rPr lang="en-US" sz="1900" dirty="0" err="1"/>
              <a:t>içerir</a:t>
            </a:r>
            <a:r>
              <a:rPr lang="en-US" sz="1900" dirty="0"/>
              <a:t>; </a:t>
            </a:r>
            <a:r>
              <a:rPr lang="en-US" sz="1900" dirty="0" err="1"/>
              <a:t>bunlar</a:t>
            </a:r>
            <a:r>
              <a:rPr lang="en-US" sz="1900" dirty="0"/>
              <a:t> </a:t>
            </a:r>
            <a:r>
              <a:rPr lang="en-US" sz="1900" dirty="0" err="1"/>
              <a:t>arasında</a:t>
            </a:r>
            <a:r>
              <a:rPr lang="en-US" sz="1900" dirty="0"/>
              <a:t> </a:t>
            </a:r>
            <a:r>
              <a:rPr lang="en-US" sz="1900" dirty="0" err="1"/>
              <a:t>imzalama</a:t>
            </a:r>
            <a:r>
              <a:rPr lang="en-US" sz="1900" dirty="0"/>
              <a:t> </a:t>
            </a:r>
            <a:r>
              <a:rPr lang="en-US" sz="1900" dirty="0" err="1"/>
              <a:t>algoritması</a:t>
            </a:r>
            <a:r>
              <a:rPr lang="en-US" sz="1900" dirty="0"/>
              <a:t> </a:t>
            </a:r>
            <a:r>
              <a:rPr lang="en-US" sz="1900" dirty="0" err="1"/>
              <a:t>ve</a:t>
            </a:r>
            <a:r>
              <a:rPr lang="en-US" sz="1900" dirty="0"/>
              <a:t> token </a:t>
            </a:r>
            <a:r>
              <a:rPr lang="en-US" sz="1900" dirty="0" err="1"/>
              <a:t>türü</a:t>
            </a:r>
            <a:r>
              <a:rPr lang="en-US" sz="1900" dirty="0"/>
              <a:t> </a:t>
            </a:r>
            <a:r>
              <a:rPr lang="en-US" sz="1900" dirty="0" err="1"/>
              <a:t>bulunur</a:t>
            </a:r>
            <a:r>
              <a:rPr lang="en-US" sz="1900" dirty="0"/>
              <a:t>; </a:t>
            </a:r>
            <a:r>
              <a:rPr lang="en-US" sz="1900" dirty="0" err="1"/>
              <a:t>burada</a:t>
            </a:r>
            <a:r>
              <a:rPr lang="en-US" sz="1900" dirty="0"/>
              <a:t> meta </a:t>
            </a:r>
            <a:r>
              <a:rPr lang="en-US" sz="1900" dirty="0" err="1"/>
              <a:t>veri</a:t>
            </a:r>
            <a:r>
              <a:rPr lang="en-US" sz="1900" dirty="0"/>
              <a:t>, </a:t>
            </a:r>
            <a:r>
              <a:rPr lang="en-US" sz="1900" dirty="0" err="1"/>
              <a:t>veri</a:t>
            </a:r>
            <a:r>
              <a:rPr lang="en-US" sz="1900" dirty="0"/>
              <a:t> </a:t>
            </a:r>
            <a:r>
              <a:rPr lang="en-US" sz="1900" dirty="0" err="1"/>
              <a:t>hakkındaki</a:t>
            </a:r>
            <a:r>
              <a:rPr lang="en-US" sz="1900" dirty="0"/>
              <a:t> </a:t>
            </a:r>
            <a:r>
              <a:rPr lang="en-US" sz="1900" dirty="0" err="1"/>
              <a:t>veri</a:t>
            </a:r>
            <a:r>
              <a:rPr lang="en-US" sz="1900" dirty="0"/>
              <a:t> </a:t>
            </a:r>
            <a:r>
              <a:rPr lang="en-US" sz="1900" dirty="0" err="1"/>
              <a:t>anlamına</a:t>
            </a:r>
            <a:r>
              <a:rPr lang="en-US" sz="1900" dirty="0"/>
              <a:t> </a:t>
            </a:r>
            <a:r>
              <a:rPr lang="en-US" sz="1900" dirty="0" err="1"/>
              <a:t>gelir</a:t>
            </a:r>
            <a:r>
              <a:rPr lang="en-US" sz="1900" dirty="0"/>
              <a:t>.</a:t>
            </a:r>
            <a:endParaRPr lang="tr-TR" sz="1900" dirty="0"/>
          </a:p>
          <a:p>
            <a:pPr marL="0" indent="0">
              <a:buNone/>
            </a:pPr>
            <a:r>
              <a:rPr lang="tr-TR" sz="1900" b="1" dirty="0">
                <a:highlight>
                  <a:srgbClr val="C0C0C0"/>
                </a:highlight>
              </a:rPr>
              <a:t>{</a:t>
            </a:r>
          </a:p>
          <a:p>
            <a:pPr marL="0" indent="0">
              <a:buNone/>
            </a:pPr>
            <a:r>
              <a:rPr lang="tr-TR" sz="1900" b="1" dirty="0">
                <a:highlight>
                  <a:srgbClr val="C0C0C0"/>
                </a:highlight>
              </a:rPr>
              <a:t>  "alg": "HS256",</a:t>
            </a:r>
          </a:p>
          <a:p>
            <a:pPr marL="0" indent="0">
              <a:buNone/>
            </a:pPr>
            <a:r>
              <a:rPr lang="tr-TR" sz="1900" b="1" dirty="0">
                <a:highlight>
                  <a:srgbClr val="C0C0C0"/>
                </a:highlight>
              </a:rPr>
              <a:t>  "</a:t>
            </a:r>
            <a:r>
              <a:rPr lang="tr-TR" sz="1900" b="1" dirty="0" err="1">
                <a:highlight>
                  <a:srgbClr val="C0C0C0"/>
                </a:highlight>
              </a:rPr>
              <a:t>typ</a:t>
            </a:r>
            <a:r>
              <a:rPr lang="tr-TR" sz="1900" b="1" dirty="0">
                <a:highlight>
                  <a:srgbClr val="C0C0C0"/>
                </a:highlight>
              </a:rPr>
              <a:t>": "JWT"</a:t>
            </a:r>
          </a:p>
          <a:p>
            <a:pPr marL="0" indent="0">
              <a:buNone/>
            </a:pPr>
            <a:r>
              <a:rPr lang="tr-TR" sz="1400" b="1" dirty="0">
                <a:highlight>
                  <a:srgbClr val="C0C0C0"/>
                </a:highlight>
              </a:rPr>
              <a:t>}</a:t>
            </a:r>
            <a:r>
              <a:rPr lang="tr-TR" sz="1400" b="1" dirty="0">
                <a:solidFill>
                  <a:srgbClr val="92D050"/>
                </a:solidFill>
                <a:highlight>
                  <a:srgbClr val="C0C0C0"/>
                </a:highlight>
              </a:rPr>
              <a:t>  </a:t>
            </a:r>
            <a:r>
              <a:rPr lang="tr-TR" sz="1400" dirty="0">
                <a:solidFill>
                  <a:srgbClr val="92D050"/>
                </a:solidFill>
              </a:rPr>
              <a:t>  </a:t>
            </a:r>
            <a:r>
              <a:rPr lang="tr-TR" sz="1400" b="1" dirty="0">
                <a:solidFill>
                  <a:srgbClr val="92D050"/>
                </a:solidFill>
              </a:rPr>
              <a:t>Base64Url </a:t>
            </a:r>
            <a:r>
              <a:rPr lang="tr-TR" sz="1400" b="1" dirty="0" err="1">
                <a:solidFill>
                  <a:srgbClr val="92D050"/>
                </a:solidFill>
              </a:rPr>
              <a:t>Encoded</a:t>
            </a:r>
            <a:r>
              <a:rPr lang="tr-TR" sz="1400" b="1" dirty="0">
                <a:solidFill>
                  <a:srgbClr val="92D050"/>
                </a:solidFill>
              </a:rPr>
              <a:t> </a:t>
            </a:r>
            <a:r>
              <a:rPr lang="tr-TR" sz="1400" b="1" dirty="0" err="1">
                <a:solidFill>
                  <a:srgbClr val="92D050"/>
                </a:solidFill>
              </a:rPr>
              <a:t>Payload</a:t>
            </a:r>
            <a:r>
              <a:rPr lang="tr-TR" sz="1400" b="1" dirty="0">
                <a:solidFill>
                  <a:srgbClr val="92D050"/>
                </a:solidFill>
              </a:rPr>
              <a:t>?????</a:t>
            </a:r>
            <a:endParaRPr lang="tr-TR" sz="1400" dirty="0">
              <a:solidFill>
                <a:srgbClr val="92D050"/>
              </a:solidFill>
            </a:endParaRPr>
          </a:p>
          <a:p>
            <a:r>
              <a:rPr lang="tr-TR" sz="1900" b="1" dirty="0">
                <a:highlight>
                  <a:srgbClr val="FFFF00"/>
                </a:highlight>
              </a:rPr>
              <a:t>alg (</a:t>
            </a:r>
            <a:r>
              <a:rPr lang="tr-TR" sz="1900" b="1" dirty="0" err="1">
                <a:highlight>
                  <a:srgbClr val="FFFF00"/>
                </a:highlight>
              </a:rPr>
              <a:t>Algorithm</a:t>
            </a:r>
            <a:r>
              <a:rPr lang="tr-TR" sz="1900" b="1" dirty="0">
                <a:highlight>
                  <a:srgbClr val="FFFF00"/>
                </a:highlight>
              </a:rPr>
              <a:t>)</a:t>
            </a:r>
          </a:p>
          <a:p>
            <a:r>
              <a:rPr lang="tr-TR" sz="1900" dirty="0" err="1"/>
              <a:t>Token’ın</a:t>
            </a:r>
            <a:r>
              <a:rPr lang="tr-TR" sz="1900" dirty="0"/>
              <a:t> </a:t>
            </a:r>
            <a:r>
              <a:rPr lang="tr-TR" sz="1900" b="1" dirty="0"/>
              <a:t>hangi kriptografik algoritma ile imzalandığını</a:t>
            </a:r>
            <a:r>
              <a:rPr lang="tr-TR" sz="1900" dirty="0"/>
              <a:t> belirtir.</a:t>
            </a:r>
          </a:p>
          <a:p>
            <a:r>
              <a:rPr lang="tr-TR" sz="1900" dirty="0"/>
              <a:t>Sunucu bu bilgiye bakarak </a:t>
            </a:r>
            <a:r>
              <a:rPr lang="tr-TR" sz="1900" b="1" dirty="0"/>
              <a:t>doğrulama işlemini</a:t>
            </a:r>
            <a:r>
              <a:rPr lang="tr-TR" sz="1900" dirty="0"/>
              <a:t> yapar.</a:t>
            </a:r>
          </a:p>
          <a:p>
            <a:r>
              <a:rPr lang="tr-TR" sz="1900" b="1" dirty="0" err="1">
                <a:highlight>
                  <a:srgbClr val="FFFF00"/>
                </a:highlight>
              </a:rPr>
              <a:t>typ</a:t>
            </a:r>
            <a:r>
              <a:rPr lang="tr-TR" sz="1900" b="1" dirty="0">
                <a:highlight>
                  <a:srgbClr val="FFFF00"/>
                </a:highlight>
              </a:rPr>
              <a:t> (</a:t>
            </a:r>
            <a:r>
              <a:rPr lang="tr-TR" sz="1900" b="1" dirty="0" err="1">
                <a:highlight>
                  <a:srgbClr val="FFFF00"/>
                </a:highlight>
              </a:rPr>
              <a:t>Type</a:t>
            </a:r>
            <a:r>
              <a:rPr lang="tr-TR" sz="1900" b="1" dirty="0">
                <a:highlight>
                  <a:srgbClr val="FFFF00"/>
                </a:highlight>
              </a:rPr>
              <a:t>)</a:t>
            </a:r>
          </a:p>
          <a:p>
            <a:r>
              <a:rPr lang="tr-TR" sz="1900" dirty="0" err="1"/>
              <a:t>Token</a:t>
            </a:r>
            <a:r>
              <a:rPr lang="tr-TR" sz="1900" dirty="0"/>
              <a:t> türünü belirtir</a:t>
            </a:r>
          </a:p>
          <a:p>
            <a:r>
              <a:rPr lang="tr-TR" sz="1900" dirty="0"/>
              <a:t>Genellikle "JWT" olur</a:t>
            </a:r>
          </a:p>
          <a:p>
            <a:r>
              <a:rPr lang="tr-TR" sz="1900" dirty="0"/>
              <a:t>Bilgilendirme amaçlıdır, güvenlik açısından kritik değildir</a:t>
            </a:r>
          </a:p>
          <a:p>
            <a:endParaRPr lang="tr-TR" sz="1100" dirty="0"/>
          </a:p>
        </p:txBody>
      </p:sp>
    </p:spTree>
    <p:extLst>
      <p:ext uri="{BB962C8B-B14F-4D97-AF65-F5344CB8AC3E}">
        <p14:creationId xmlns:p14="http://schemas.microsoft.com/office/powerpoint/2010/main" val="569802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7EC30-A921-1D7A-D8CC-73AEA69A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375818"/>
            <a:ext cx="9895951" cy="1033669"/>
          </a:xfrm>
        </p:spPr>
        <p:txBody>
          <a:bodyPr>
            <a:normAutofit/>
          </a:bodyPr>
          <a:lstStyle/>
          <a:p>
            <a:r>
              <a:rPr lang="tr-TR" sz="3400" dirty="0">
                <a:solidFill>
                  <a:srgbClr val="FFFFFF"/>
                </a:solidFill>
              </a:rPr>
              <a:t>2-) </a:t>
            </a:r>
            <a:r>
              <a:rPr lang="tr-TR" sz="3400" dirty="0" err="1">
                <a:solidFill>
                  <a:srgbClr val="FFFFFF"/>
                </a:solidFill>
              </a:rPr>
              <a:t>Payload</a:t>
            </a:r>
            <a:br>
              <a:rPr lang="tr-TR" sz="3400" dirty="0">
                <a:solidFill>
                  <a:srgbClr val="FFFFFF"/>
                </a:solidFill>
              </a:rPr>
            </a:br>
            <a:endParaRPr lang="tr-TR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20AB3-9DBA-34FD-DB92-BF73C6AA2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622744"/>
            <a:ext cx="10636281" cy="494071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000" u="sng" dirty="0">
                <a:hlinkClick r:id="rId2"/>
              </a:rPr>
              <a:t>P</a:t>
            </a:r>
            <a:r>
              <a:rPr lang="en-US" sz="2000" u="sng" dirty="0" err="1">
                <a:hlinkClick r:id="rId2"/>
              </a:rPr>
              <a:t>ayload</a:t>
            </a:r>
            <a:r>
              <a:rPr lang="en-US" sz="2000" u="sng" dirty="0">
                <a:hlinkClick r:id="rId2"/>
              </a:rPr>
              <a:t> </a:t>
            </a:r>
            <a:r>
              <a:rPr lang="tr-TR" sz="2000" u="sng" dirty="0"/>
              <a:t>, k</a:t>
            </a:r>
            <a:r>
              <a:rPr lang="en-US" sz="2000" dirty="0" err="1"/>
              <a:t>ullanıcı</a:t>
            </a:r>
            <a:r>
              <a:rPr lang="en-US" sz="2000" dirty="0"/>
              <a:t> </a:t>
            </a:r>
            <a:r>
              <a:rPr lang="en-US" sz="2000" dirty="0" err="1"/>
              <a:t>hakkında</a:t>
            </a:r>
            <a:r>
              <a:rPr lang="en-US" sz="2000" dirty="0"/>
              <a:t>, </a:t>
            </a:r>
            <a:r>
              <a:rPr lang="en-US" sz="2000" dirty="0" err="1"/>
              <a:t>ayrıca</a:t>
            </a:r>
            <a:r>
              <a:rPr lang="en-US" sz="2000" dirty="0"/>
              <a:t> </a:t>
            </a:r>
            <a:r>
              <a:rPr lang="en-US" sz="2000" dirty="0" err="1"/>
              <a:t>talep</a:t>
            </a:r>
            <a:r>
              <a:rPr lang="en-US" sz="2000" dirty="0"/>
              <a:t> </a:t>
            </a:r>
            <a:r>
              <a:rPr lang="en-US" sz="2000" dirty="0" err="1"/>
              <a:t>olarak</a:t>
            </a:r>
            <a:r>
              <a:rPr lang="en-US" sz="2000" dirty="0"/>
              <a:t> da </a:t>
            </a:r>
            <a:r>
              <a:rPr lang="en-US" sz="2000" dirty="0" err="1"/>
              <a:t>adlandırılan</a:t>
            </a:r>
            <a:r>
              <a:rPr lang="en-US" sz="2000" dirty="0"/>
              <a:t> </a:t>
            </a:r>
            <a:r>
              <a:rPr lang="en-US" sz="2000" dirty="0" err="1"/>
              <a:t>bilgileri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jetonun</a:t>
            </a:r>
            <a:r>
              <a:rPr lang="en-US" sz="2000" dirty="0"/>
              <a:t> </a:t>
            </a:r>
            <a:r>
              <a:rPr lang="en-US" sz="2000" dirty="0" err="1"/>
              <a:t>verildiği</a:t>
            </a:r>
            <a:r>
              <a:rPr lang="en-US" sz="2000" dirty="0"/>
              <a:t> zaman </a:t>
            </a:r>
            <a:r>
              <a:rPr lang="en-US" sz="2000" dirty="0" err="1"/>
              <a:t>damgası</a:t>
            </a:r>
            <a:r>
              <a:rPr lang="en-US" sz="2000" dirty="0"/>
              <a:t>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tokenın</a:t>
            </a:r>
            <a:r>
              <a:rPr lang="en-US" sz="2000" dirty="0"/>
              <a:t> son </a:t>
            </a:r>
            <a:r>
              <a:rPr lang="en-US" sz="2000" dirty="0" err="1"/>
              <a:t>kullanma</a:t>
            </a:r>
            <a:r>
              <a:rPr lang="en-US" sz="2000" dirty="0"/>
              <a:t> </a:t>
            </a:r>
            <a:r>
              <a:rPr lang="en-US" sz="2000" dirty="0" err="1"/>
              <a:t>süresi</a:t>
            </a:r>
            <a:r>
              <a:rPr lang="en-US" sz="2000" dirty="0"/>
              <a:t> </a:t>
            </a:r>
            <a:r>
              <a:rPr lang="en-US" sz="2000" dirty="0" err="1"/>
              <a:t>gibi</a:t>
            </a:r>
            <a:r>
              <a:rPr lang="en-US" sz="2000" dirty="0"/>
              <a:t> </a:t>
            </a:r>
            <a:r>
              <a:rPr lang="en-US" sz="2000" dirty="0" err="1"/>
              <a:t>bazı</a:t>
            </a:r>
            <a:r>
              <a:rPr lang="en-US" sz="2000" dirty="0"/>
              <a:t> ek </a:t>
            </a:r>
            <a:r>
              <a:rPr lang="en-US" sz="2000" dirty="0" err="1"/>
              <a:t>bilgileri</a:t>
            </a:r>
            <a:r>
              <a:rPr lang="en-US" sz="2000" dirty="0"/>
              <a:t> </a:t>
            </a:r>
            <a:r>
              <a:rPr lang="en-US" sz="2000" dirty="0" err="1"/>
              <a:t>içerir</a:t>
            </a:r>
            <a:r>
              <a:rPr lang="en-US" sz="2000" dirty="0"/>
              <a:t>.</a:t>
            </a:r>
            <a:endParaRPr lang="tr-TR" sz="2000" dirty="0"/>
          </a:p>
          <a:p>
            <a:pPr marL="0" indent="0">
              <a:buNone/>
            </a:pPr>
            <a:r>
              <a:rPr lang="tr-TR" sz="2000" b="1" dirty="0">
                <a:highlight>
                  <a:srgbClr val="C0C0C0"/>
                </a:highlight>
              </a:rPr>
              <a:t>{</a:t>
            </a:r>
            <a:br>
              <a:rPr lang="tr-TR" sz="2000" b="1" dirty="0">
                <a:highlight>
                  <a:srgbClr val="C0C0C0"/>
                </a:highlight>
              </a:rPr>
            </a:br>
            <a:r>
              <a:rPr lang="tr-TR" sz="2000" b="1" dirty="0">
                <a:highlight>
                  <a:srgbClr val="C0C0C0"/>
                </a:highlight>
              </a:rPr>
              <a:t>    "</a:t>
            </a:r>
            <a:r>
              <a:rPr lang="tr-TR" sz="2000" b="1" dirty="0" err="1">
                <a:highlight>
                  <a:srgbClr val="C0C0C0"/>
                </a:highlight>
              </a:rPr>
              <a:t>userId</a:t>
            </a:r>
            <a:r>
              <a:rPr lang="tr-TR" sz="2000" b="1" dirty="0">
                <a:highlight>
                  <a:srgbClr val="C0C0C0"/>
                </a:highlight>
              </a:rPr>
              <a:t>": 123,</a:t>
            </a:r>
            <a:br>
              <a:rPr lang="tr-TR" sz="2000" b="1" dirty="0">
                <a:highlight>
                  <a:srgbClr val="C0C0C0"/>
                </a:highlight>
              </a:rPr>
            </a:br>
            <a:r>
              <a:rPr lang="tr-TR" sz="2000" b="1" dirty="0">
                <a:highlight>
                  <a:srgbClr val="C0C0C0"/>
                </a:highlight>
              </a:rPr>
              <a:t>    "role": "admin",</a:t>
            </a:r>
            <a:br>
              <a:rPr lang="tr-TR" sz="2000" b="1" dirty="0">
                <a:highlight>
                  <a:srgbClr val="C0C0C0"/>
                </a:highlight>
              </a:rPr>
            </a:br>
            <a:r>
              <a:rPr lang="tr-TR" sz="2000" b="1" dirty="0">
                <a:highlight>
                  <a:srgbClr val="C0C0C0"/>
                </a:highlight>
              </a:rPr>
              <a:t>    "</a:t>
            </a:r>
            <a:r>
              <a:rPr lang="tr-TR" sz="2000" b="1" dirty="0" err="1">
                <a:highlight>
                  <a:srgbClr val="C0C0C0"/>
                </a:highlight>
              </a:rPr>
              <a:t>exp</a:t>
            </a:r>
            <a:r>
              <a:rPr lang="tr-TR" sz="2000" b="1" dirty="0">
                <a:highlight>
                  <a:srgbClr val="C0C0C0"/>
                </a:highlight>
              </a:rPr>
              <a:t>": 1672531199</a:t>
            </a:r>
            <a:br>
              <a:rPr lang="tr-TR" sz="2000" b="1" dirty="0">
                <a:highlight>
                  <a:srgbClr val="C0C0C0"/>
                </a:highlight>
              </a:rPr>
            </a:br>
            <a:r>
              <a:rPr lang="tr-TR" sz="2000" b="1" dirty="0">
                <a:highlight>
                  <a:srgbClr val="C0C0C0"/>
                </a:highlight>
              </a:rPr>
              <a:t>}   </a:t>
            </a:r>
            <a:r>
              <a:rPr lang="tr-TR" sz="1800" b="1" dirty="0">
                <a:solidFill>
                  <a:srgbClr val="92D050"/>
                </a:solidFill>
              </a:rPr>
              <a:t>Base64Url </a:t>
            </a:r>
            <a:r>
              <a:rPr lang="tr-TR" sz="1800" b="1" dirty="0" err="1">
                <a:solidFill>
                  <a:srgbClr val="92D050"/>
                </a:solidFill>
              </a:rPr>
              <a:t>Encoded</a:t>
            </a:r>
            <a:r>
              <a:rPr lang="tr-TR" sz="1800" b="1" dirty="0">
                <a:solidFill>
                  <a:srgbClr val="92D050"/>
                </a:solidFill>
              </a:rPr>
              <a:t> </a:t>
            </a:r>
            <a:r>
              <a:rPr lang="tr-TR" sz="1800" b="1" dirty="0" err="1">
                <a:solidFill>
                  <a:srgbClr val="92D050"/>
                </a:solidFill>
              </a:rPr>
              <a:t>Payload</a:t>
            </a:r>
            <a:r>
              <a:rPr lang="tr-TR" sz="1800" b="1" dirty="0">
                <a:solidFill>
                  <a:srgbClr val="92D050"/>
                </a:solidFill>
              </a:rPr>
              <a:t>?????</a:t>
            </a:r>
            <a:endParaRPr lang="tr-TR" sz="180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sz="2000" b="1" dirty="0"/>
              <a:t>exp (Expiration):</a:t>
            </a:r>
            <a:r>
              <a:rPr lang="en-US" sz="2000" b="1" dirty="0" err="1"/>
              <a:t>Tokenın</a:t>
            </a:r>
            <a:r>
              <a:rPr lang="en-US" sz="2000" b="1" dirty="0"/>
              <a:t> ne zaman </a:t>
            </a:r>
            <a:r>
              <a:rPr lang="en-US" sz="2000" b="1" dirty="0" err="1"/>
              <a:t>sona</a:t>
            </a:r>
            <a:r>
              <a:rPr lang="en-US" sz="2000" b="1" dirty="0"/>
              <a:t> </a:t>
            </a:r>
            <a:r>
              <a:rPr lang="en-US" sz="2000" b="1" dirty="0" err="1"/>
              <a:t>erdiğini</a:t>
            </a:r>
            <a:r>
              <a:rPr lang="en-US" sz="2000" b="1" dirty="0"/>
              <a:t> </a:t>
            </a:r>
            <a:r>
              <a:rPr lang="en-US" sz="2000" b="1" dirty="0" err="1"/>
              <a:t>tanımlar</a:t>
            </a:r>
            <a:r>
              <a:rPr lang="en-US" sz="2000" b="1" dirty="0"/>
              <a:t>.</a:t>
            </a:r>
            <a:endParaRPr lang="tr-TR" sz="2000" b="1" dirty="0"/>
          </a:p>
          <a:p>
            <a:pPr marL="0" indent="0">
              <a:buNone/>
            </a:pPr>
            <a:r>
              <a:rPr lang="tr-TR" sz="2000" dirty="0"/>
              <a:t>JWT </a:t>
            </a:r>
            <a:r>
              <a:rPr lang="tr-TR" sz="2000" dirty="0" err="1"/>
              <a:t>Payload</a:t>
            </a:r>
            <a:r>
              <a:rPr lang="tr-TR" sz="2000" dirty="0"/>
              <a:t>, kullanıcıya ait bilgileri ve </a:t>
            </a:r>
            <a:r>
              <a:rPr lang="tr-TR" sz="2000" dirty="0" err="1"/>
              <a:t>token</a:t>
            </a:r>
            <a:r>
              <a:rPr lang="tr-TR" sz="2000" dirty="0"/>
              <a:t> süresini içeren, Base64 ile </a:t>
            </a:r>
            <a:r>
              <a:rPr lang="tr-TR" sz="2000" dirty="0" err="1"/>
              <a:t>encode</a:t>
            </a:r>
            <a:r>
              <a:rPr lang="tr-TR" sz="2000" dirty="0"/>
              <a:t> edilmiş ancak şifrelenmemiş veri bölümüdür.</a:t>
            </a:r>
            <a:endParaRPr lang="en-US" sz="2000" dirty="0"/>
          </a:p>
          <a:p>
            <a:pPr marL="0" indent="0">
              <a:buNone/>
            </a:pPr>
            <a:endParaRPr lang="tr-TR" sz="2000" dirty="0"/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833917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7DAD2-61CB-4CBD-3213-D52AF4CE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1AE6BB-ACB4-DEEF-7FBD-BD008C9AA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E3293-F47B-C0BE-CE3B-5FE6AE065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CCDAE-88B2-90AB-CD76-F36AD3309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E8BF24-7FED-183A-5DB9-B9B291DF3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0976D8-09B9-EE3E-74B5-2B19B8539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00976-517F-F218-6123-CD2648B42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05" y="339610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3-) </a:t>
            </a:r>
            <a:r>
              <a:rPr lang="tr-TR" sz="4000" dirty="0" err="1">
                <a:solidFill>
                  <a:srgbClr val="FFFFFF"/>
                </a:solidFill>
              </a:rPr>
              <a:t>Signature</a:t>
            </a:r>
            <a:endParaRPr lang="tr-TR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2543F-E657-2970-38EF-A20A4743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1712888"/>
            <a:ext cx="11927839" cy="5013031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İmza</a:t>
            </a:r>
            <a:r>
              <a:rPr lang="en-US" sz="2000" dirty="0"/>
              <a:t>, token </a:t>
            </a:r>
            <a:r>
              <a:rPr lang="en-US" sz="2000" dirty="0" err="1"/>
              <a:t>bütünlüğünü</a:t>
            </a:r>
            <a:r>
              <a:rPr lang="en-US" sz="2000" dirty="0"/>
              <a:t> </a:t>
            </a:r>
            <a:r>
              <a:rPr lang="en-US" sz="2000" dirty="0" err="1"/>
              <a:t>sağlar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başlık</a:t>
            </a:r>
            <a:r>
              <a:rPr lang="en-US" sz="2000" dirty="0"/>
              <a:t>, </a:t>
            </a:r>
            <a:r>
              <a:rPr lang="en-US" sz="2000" dirty="0" err="1"/>
              <a:t>yük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gizli</a:t>
            </a:r>
            <a:r>
              <a:rPr lang="en-US" sz="2000" dirty="0"/>
              <a:t> </a:t>
            </a:r>
            <a:r>
              <a:rPr lang="en-US" sz="2000" dirty="0" err="1"/>
              <a:t>anahtar</a:t>
            </a:r>
            <a:r>
              <a:rPr lang="en-US" sz="2000" dirty="0"/>
              <a:t> </a:t>
            </a:r>
            <a:r>
              <a:rPr lang="en-US" sz="2000" dirty="0" err="1"/>
              <a:t>kullanılarak</a:t>
            </a:r>
            <a:r>
              <a:rPr lang="en-US" sz="2000" dirty="0"/>
              <a:t> </a:t>
            </a:r>
            <a:r>
              <a:rPr lang="en-US" sz="2000" dirty="0" err="1"/>
              <a:t>oluşturulur</a:t>
            </a:r>
            <a:r>
              <a:rPr lang="en-US" sz="2000" dirty="0"/>
              <a:t>. Bu </a:t>
            </a:r>
            <a:r>
              <a:rPr lang="en-US" sz="2000" dirty="0" err="1"/>
              <a:t>örnekte</a:t>
            </a:r>
            <a:r>
              <a:rPr lang="en-US" sz="2000" dirty="0"/>
              <a:t>, </a:t>
            </a:r>
            <a:r>
              <a:rPr lang="en-US" sz="2000" dirty="0" err="1"/>
              <a:t>İmza</a:t>
            </a:r>
            <a:r>
              <a:rPr lang="en-US" sz="2000" dirty="0"/>
              <a:t> </a:t>
            </a:r>
            <a:r>
              <a:rPr lang="en-US" sz="2000" dirty="0" err="1"/>
              <a:t>kısmını</a:t>
            </a:r>
            <a:r>
              <a:rPr lang="en-US" sz="2000" dirty="0"/>
              <a:t> </a:t>
            </a:r>
            <a:r>
              <a:rPr lang="en-US" sz="2000" dirty="0" err="1"/>
              <a:t>uygulamak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HS256 </a:t>
            </a:r>
            <a:r>
              <a:rPr lang="en-US" sz="2000" dirty="0" err="1"/>
              <a:t>algoritmasını</a:t>
            </a:r>
            <a:r>
              <a:rPr lang="en-US" sz="2000" dirty="0"/>
              <a:t> </a:t>
            </a:r>
            <a:r>
              <a:rPr lang="en-US" sz="2000" dirty="0" err="1"/>
              <a:t>kullanacağız</a:t>
            </a:r>
            <a:r>
              <a:rPr lang="tr-TR" sz="2000" dirty="0"/>
              <a:t>.</a:t>
            </a:r>
          </a:p>
          <a:p>
            <a:endParaRPr lang="tr-TR" sz="2000" dirty="0"/>
          </a:p>
          <a:p>
            <a:r>
              <a:rPr lang="tr-TR" sz="2000" b="1" dirty="0">
                <a:highlight>
                  <a:srgbClr val="C0C0C0"/>
                </a:highlight>
              </a:rPr>
              <a:t>HMACSHA256(</a:t>
            </a:r>
            <a:br>
              <a:rPr lang="tr-TR" sz="2000" b="1" dirty="0">
                <a:highlight>
                  <a:srgbClr val="C0C0C0"/>
                </a:highlight>
              </a:rPr>
            </a:br>
            <a:r>
              <a:rPr lang="tr-TR" sz="2000" b="1" dirty="0">
                <a:highlight>
                  <a:srgbClr val="C0C0C0"/>
                </a:highlight>
              </a:rPr>
              <a:t>    base64UrlEncode(</a:t>
            </a:r>
            <a:r>
              <a:rPr lang="tr-TR" sz="2000" b="1" dirty="0" err="1">
                <a:highlight>
                  <a:srgbClr val="C0C0C0"/>
                </a:highlight>
              </a:rPr>
              <a:t>header</a:t>
            </a:r>
            <a:r>
              <a:rPr lang="tr-TR" sz="2000" b="1" dirty="0">
                <a:highlight>
                  <a:srgbClr val="C0C0C0"/>
                </a:highlight>
              </a:rPr>
              <a:t>) + "." + base64UrlEncode(</a:t>
            </a:r>
            <a:r>
              <a:rPr lang="tr-TR" sz="2000" b="1" dirty="0" err="1">
                <a:highlight>
                  <a:srgbClr val="C0C0C0"/>
                </a:highlight>
              </a:rPr>
              <a:t>payload</a:t>
            </a:r>
            <a:r>
              <a:rPr lang="tr-TR" sz="2000" b="1" dirty="0">
                <a:highlight>
                  <a:srgbClr val="C0C0C0"/>
                </a:highlight>
              </a:rPr>
              <a:t>),</a:t>
            </a:r>
            <a:br>
              <a:rPr lang="tr-TR" sz="2000" b="1" dirty="0">
                <a:highlight>
                  <a:srgbClr val="C0C0C0"/>
                </a:highlight>
              </a:rPr>
            </a:br>
            <a:r>
              <a:rPr lang="tr-TR" sz="2000" b="1" dirty="0">
                <a:highlight>
                  <a:srgbClr val="C0C0C0"/>
                </a:highlight>
              </a:rPr>
              <a:t>    </a:t>
            </a:r>
            <a:r>
              <a:rPr lang="tr-TR" sz="2000" b="1" dirty="0" err="1">
                <a:highlight>
                  <a:srgbClr val="C0C0C0"/>
                </a:highlight>
              </a:rPr>
              <a:t>secret</a:t>
            </a:r>
            <a:br>
              <a:rPr lang="tr-TR" sz="2000" b="1" dirty="0">
                <a:highlight>
                  <a:srgbClr val="C0C0C0"/>
                </a:highlight>
              </a:rPr>
            </a:br>
            <a:r>
              <a:rPr lang="tr-TR" sz="2000" b="1" dirty="0">
                <a:highlight>
                  <a:srgbClr val="C0C0C0"/>
                </a:highlight>
              </a:rPr>
              <a:t>)</a:t>
            </a:r>
          </a:p>
          <a:p>
            <a:r>
              <a:rPr lang="tr-TR" sz="2000" b="1" dirty="0"/>
              <a:t>JWT </a:t>
            </a:r>
            <a:r>
              <a:rPr lang="tr-TR" sz="2000" b="1" dirty="0" err="1"/>
              <a:t>Signature</a:t>
            </a:r>
            <a:r>
              <a:rPr lang="tr-TR" sz="2000" dirty="0"/>
              <a:t>, </a:t>
            </a:r>
            <a:r>
              <a:rPr lang="tr-TR" sz="2000" dirty="0" err="1"/>
              <a:t>token’ın</a:t>
            </a:r>
            <a:r>
              <a:rPr lang="tr-TR" sz="2000" dirty="0"/>
              <a:t> </a:t>
            </a:r>
            <a:r>
              <a:rPr lang="tr-TR" sz="2000" b="1" dirty="0"/>
              <a:t>değiştirilmediğini</a:t>
            </a:r>
            <a:r>
              <a:rPr lang="tr-TR" sz="2000" dirty="0"/>
              <a:t> ve </a:t>
            </a:r>
            <a:r>
              <a:rPr lang="tr-TR" sz="2000" b="1" dirty="0"/>
              <a:t>gerçekten sunucu tarafından üretildiğini</a:t>
            </a:r>
            <a:r>
              <a:rPr lang="tr-TR" sz="2000" dirty="0"/>
              <a:t> kanıtlayan kısımdır</a:t>
            </a:r>
          </a:p>
          <a:p>
            <a:r>
              <a:rPr lang="tr-TR" sz="2000" dirty="0"/>
              <a:t>JWT </a:t>
            </a:r>
            <a:r>
              <a:rPr lang="tr-TR" sz="2000" dirty="0" err="1"/>
              <a:t>Signature</a:t>
            </a:r>
            <a:r>
              <a:rPr lang="tr-TR" sz="2000" dirty="0"/>
              <a:t>, </a:t>
            </a:r>
            <a:r>
              <a:rPr lang="tr-TR" sz="2000" dirty="0" err="1"/>
              <a:t>header</a:t>
            </a:r>
            <a:r>
              <a:rPr lang="tr-TR" sz="2000" dirty="0"/>
              <a:t> ve </a:t>
            </a:r>
            <a:r>
              <a:rPr lang="tr-TR" sz="2000" dirty="0" err="1"/>
              <a:t>payload’ın</a:t>
            </a:r>
            <a:r>
              <a:rPr lang="tr-TR" sz="2000" dirty="0"/>
              <a:t> gizli bir anahtar veya </a:t>
            </a:r>
            <a:r>
              <a:rPr lang="tr-TR" sz="2000" dirty="0" err="1"/>
              <a:t>private</a:t>
            </a:r>
            <a:r>
              <a:rPr lang="tr-TR" sz="2000" dirty="0"/>
              <a:t> </a:t>
            </a:r>
            <a:r>
              <a:rPr lang="tr-TR" sz="2000" dirty="0" err="1"/>
              <a:t>key</a:t>
            </a:r>
            <a:r>
              <a:rPr lang="tr-TR" sz="2000" dirty="0"/>
              <a:t> ile imzalanmasıyla oluşturulan ve </a:t>
            </a:r>
            <a:r>
              <a:rPr lang="tr-TR" sz="2000" dirty="0" err="1"/>
              <a:t>token’ın</a:t>
            </a:r>
            <a:r>
              <a:rPr lang="tr-TR" sz="2000" dirty="0"/>
              <a:t> değiştirilmediğini kanıtlayan güvenlik katmanıdır.</a:t>
            </a:r>
          </a:p>
        </p:txBody>
      </p:sp>
    </p:spTree>
    <p:extLst>
      <p:ext uri="{BB962C8B-B14F-4D97-AF65-F5344CB8AC3E}">
        <p14:creationId xmlns:p14="http://schemas.microsoft.com/office/powerpoint/2010/main" val="1083920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2C743-3710-10FF-73F8-1F72F265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501EE3-FF25-5641-834F-6F2C06D47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5DAB1-64EE-CA8D-F3B0-A0CE4C24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F39AF-0D6C-90DB-374D-22BCB6D25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4EBA2-CCE2-2BE9-9BDB-A5EFA9654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5A42AB-18C8-3BD6-A49F-2F737395A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73F3F-B96A-E9CB-9651-8323DAA7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JWT Nasıl Çalışır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80A8D-370E-7A8A-4147-2A495701E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2363602"/>
            <a:ext cx="5616093" cy="3845811"/>
          </a:xfrm>
        </p:spPr>
        <p:txBody>
          <a:bodyPr anchor="ctr"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nn-NO" sz="1800" dirty="0"/>
              <a:t>İşte basit noktalarla temel adımlar:</a:t>
            </a:r>
            <a:endParaRPr lang="tr-TR" sz="1800" dirty="0"/>
          </a:p>
          <a:p>
            <a:pPr fontAlgn="base"/>
            <a:r>
              <a:rPr lang="en-US" sz="1800" b="1" dirty="0"/>
              <a:t>Login Request: </a:t>
            </a:r>
            <a:r>
              <a:rPr lang="en-US" sz="1800" dirty="0" err="1"/>
              <a:t>Kullanıcı</a:t>
            </a:r>
            <a:r>
              <a:rPr lang="en-US" sz="1800" dirty="0"/>
              <a:t>, </a:t>
            </a:r>
            <a:r>
              <a:rPr lang="en-US" sz="1800" dirty="0" err="1"/>
              <a:t>kullanıcı</a:t>
            </a:r>
            <a:r>
              <a:rPr lang="en-US" sz="1800" dirty="0"/>
              <a:t> </a:t>
            </a:r>
            <a:r>
              <a:rPr lang="en-US" sz="1800" dirty="0" err="1"/>
              <a:t>adı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şifresini</a:t>
            </a:r>
            <a:r>
              <a:rPr lang="en-US" sz="1800" dirty="0"/>
              <a:t> </a:t>
            </a:r>
            <a:r>
              <a:rPr lang="en-US" sz="1800" dirty="0" err="1"/>
              <a:t>sunucuya</a:t>
            </a:r>
            <a:r>
              <a:rPr lang="en-US" sz="1800" dirty="0"/>
              <a:t> </a:t>
            </a:r>
            <a:r>
              <a:rPr lang="en-US" sz="1800" dirty="0" err="1"/>
              <a:t>göndererek</a:t>
            </a:r>
            <a:r>
              <a:rPr lang="en-US" sz="1800" dirty="0"/>
              <a:t> </a:t>
            </a:r>
            <a:r>
              <a:rPr lang="en-US" sz="1800" dirty="0" err="1"/>
              <a:t>istemci</a:t>
            </a:r>
            <a:r>
              <a:rPr lang="en-US" sz="1800" dirty="0"/>
              <a:t> </a:t>
            </a:r>
            <a:r>
              <a:rPr lang="en-US" sz="1800" dirty="0" err="1"/>
              <a:t>uygulaması</a:t>
            </a:r>
            <a:r>
              <a:rPr lang="en-US" sz="1800" dirty="0"/>
              <a:t> (</a:t>
            </a:r>
            <a:r>
              <a:rPr lang="en-US" sz="1800" dirty="0" err="1"/>
              <a:t>örneğin</a:t>
            </a:r>
            <a:r>
              <a:rPr lang="en-US" sz="1800" dirty="0"/>
              <a:t> web </a:t>
            </a:r>
            <a:r>
              <a:rPr lang="en-US" sz="1800" dirty="0" err="1"/>
              <a:t>veya</a:t>
            </a:r>
            <a:r>
              <a:rPr lang="en-US" sz="1800" dirty="0"/>
              <a:t> </a:t>
            </a:r>
            <a:r>
              <a:rPr lang="en-US" sz="1800" dirty="0" err="1"/>
              <a:t>mobil</a:t>
            </a:r>
            <a:r>
              <a:rPr lang="en-US" sz="1800" dirty="0"/>
              <a:t> </a:t>
            </a:r>
            <a:r>
              <a:rPr lang="en-US" sz="1800" dirty="0" err="1"/>
              <a:t>uygulama</a:t>
            </a:r>
            <a:r>
              <a:rPr lang="en-US" sz="1800" dirty="0"/>
              <a:t>) </a:t>
            </a:r>
            <a:r>
              <a:rPr lang="en-US" sz="1800" dirty="0" err="1"/>
              <a:t>üzerinden</a:t>
            </a:r>
            <a:r>
              <a:rPr lang="en-US" sz="1800" dirty="0"/>
              <a:t> </a:t>
            </a:r>
            <a:r>
              <a:rPr lang="en-US" sz="1800" dirty="0" err="1"/>
              <a:t>giriş</a:t>
            </a:r>
            <a:r>
              <a:rPr lang="en-US" sz="1800" dirty="0"/>
              <a:t> </a:t>
            </a:r>
            <a:r>
              <a:rPr lang="en-US" sz="1800" dirty="0" err="1"/>
              <a:t>yapar</a:t>
            </a:r>
            <a:r>
              <a:rPr lang="en-US" sz="1800" dirty="0"/>
              <a:t>.</a:t>
            </a:r>
            <a:endParaRPr lang="tr-TR" sz="1800" dirty="0"/>
          </a:p>
          <a:p>
            <a:pPr fontAlgn="base"/>
            <a:r>
              <a:rPr lang="en-US" sz="1800" b="1" dirty="0"/>
              <a:t>Server Generates JWT:</a:t>
            </a:r>
            <a:r>
              <a:rPr lang="en-US" sz="1800" dirty="0"/>
              <a:t> </a:t>
            </a:r>
            <a:r>
              <a:rPr lang="en-US" sz="1800" dirty="0" err="1"/>
              <a:t>Kimlik</a:t>
            </a:r>
            <a:r>
              <a:rPr lang="en-US" sz="1800" dirty="0"/>
              <a:t> </a:t>
            </a:r>
            <a:r>
              <a:rPr lang="en-US" sz="1800" dirty="0" err="1"/>
              <a:t>bilgileri</a:t>
            </a:r>
            <a:r>
              <a:rPr lang="en-US" sz="1800" dirty="0"/>
              <a:t> </a:t>
            </a:r>
            <a:r>
              <a:rPr lang="en-US" sz="1800" dirty="0" err="1"/>
              <a:t>doğruysa</a:t>
            </a:r>
            <a:r>
              <a:rPr lang="en-US" sz="1800" dirty="0"/>
              <a:t>, </a:t>
            </a:r>
            <a:r>
              <a:rPr lang="en-US" sz="1800" dirty="0" err="1"/>
              <a:t>sunucu</a:t>
            </a:r>
            <a:r>
              <a:rPr lang="en-US" sz="1800" dirty="0"/>
              <a:t> </a:t>
            </a:r>
            <a:r>
              <a:rPr lang="en-US" sz="1800" dirty="0" err="1"/>
              <a:t>gizli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anahtar</a:t>
            </a:r>
            <a:r>
              <a:rPr lang="en-US" sz="1800" dirty="0"/>
              <a:t> </a:t>
            </a:r>
            <a:r>
              <a:rPr lang="en-US" sz="1800" dirty="0" err="1"/>
              <a:t>kullanarak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JWT </a:t>
            </a:r>
            <a:r>
              <a:rPr lang="en-US" sz="1800" dirty="0" err="1"/>
              <a:t>tokenı</a:t>
            </a:r>
            <a:r>
              <a:rPr lang="en-US" sz="1800" dirty="0"/>
              <a:t> </a:t>
            </a:r>
            <a:r>
              <a:rPr lang="en-US" sz="1800" dirty="0" err="1"/>
              <a:t>oluşturur</a:t>
            </a:r>
            <a:r>
              <a:rPr lang="en-US" sz="1800" dirty="0"/>
              <a:t>.</a:t>
            </a:r>
            <a:endParaRPr lang="tr-TR" sz="1800" dirty="0"/>
          </a:p>
          <a:p>
            <a:pPr fontAlgn="base"/>
            <a:r>
              <a:rPr lang="en-US" sz="1800" b="1" dirty="0"/>
              <a:t>Returns JWT:</a:t>
            </a:r>
            <a:r>
              <a:rPr lang="en-US" sz="1800" dirty="0"/>
              <a:t> </a:t>
            </a:r>
            <a:r>
              <a:rPr lang="en-US" sz="1800" dirty="0" err="1"/>
              <a:t>Sunucu</a:t>
            </a:r>
            <a:r>
              <a:rPr lang="en-US" sz="1800" dirty="0"/>
              <a:t>, </a:t>
            </a:r>
            <a:r>
              <a:rPr lang="en-US" sz="1800" dirty="0" err="1"/>
              <a:t>JWT'yi</a:t>
            </a:r>
            <a:r>
              <a:rPr lang="en-US" sz="1800" dirty="0"/>
              <a:t> </a:t>
            </a:r>
            <a:r>
              <a:rPr lang="en-US" sz="1800" dirty="0" err="1"/>
              <a:t>istemci</a:t>
            </a:r>
            <a:r>
              <a:rPr lang="en-US" sz="1800" dirty="0"/>
              <a:t> </a:t>
            </a:r>
            <a:r>
              <a:rPr lang="en-US" sz="1800" dirty="0" err="1"/>
              <a:t>uygulamasına</a:t>
            </a:r>
            <a:r>
              <a:rPr lang="en-US" sz="1800" dirty="0"/>
              <a:t> </a:t>
            </a:r>
            <a:r>
              <a:rPr lang="en-US" sz="1800" dirty="0" err="1"/>
              <a:t>geri</a:t>
            </a:r>
            <a:r>
              <a:rPr lang="en-US" sz="1800" dirty="0"/>
              <a:t> </a:t>
            </a:r>
            <a:r>
              <a:rPr lang="en-US" sz="1800" dirty="0" err="1"/>
              <a:t>gönderir</a:t>
            </a:r>
            <a:r>
              <a:rPr lang="en-US" sz="1800" dirty="0"/>
              <a:t>.</a:t>
            </a:r>
            <a:endParaRPr lang="tr-TR" sz="1800" dirty="0"/>
          </a:p>
          <a:p>
            <a:pPr fontAlgn="base"/>
            <a:r>
              <a:rPr lang="en-US" sz="1800" b="1" dirty="0"/>
              <a:t>Further Requests with JWT:</a:t>
            </a:r>
            <a:r>
              <a:rPr lang="en-US" sz="1800" dirty="0"/>
              <a:t> </a:t>
            </a:r>
            <a:r>
              <a:rPr lang="en-US" sz="1800" dirty="0" err="1"/>
              <a:t>Sonraki</a:t>
            </a:r>
            <a:r>
              <a:rPr lang="en-US" sz="1800" dirty="0"/>
              <a:t> </a:t>
            </a:r>
            <a:r>
              <a:rPr lang="en-US" sz="1800" dirty="0" err="1"/>
              <a:t>istekler</a:t>
            </a:r>
            <a:r>
              <a:rPr lang="en-US" sz="1800" dirty="0"/>
              <a:t> </a:t>
            </a:r>
            <a:r>
              <a:rPr lang="en-US" sz="1800" dirty="0" err="1"/>
              <a:t>için</a:t>
            </a:r>
            <a:r>
              <a:rPr lang="en-US" sz="1800" dirty="0"/>
              <a:t> </a:t>
            </a:r>
            <a:r>
              <a:rPr lang="en-US" sz="1800" dirty="0" err="1"/>
              <a:t>istemci</a:t>
            </a:r>
            <a:r>
              <a:rPr lang="en-US" sz="1800" dirty="0"/>
              <a:t> </a:t>
            </a:r>
            <a:r>
              <a:rPr lang="en-US" sz="1800" dirty="0" err="1"/>
              <a:t>JWT'yi</a:t>
            </a:r>
            <a:r>
              <a:rPr lang="en-US" sz="1800" dirty="0"/>
              <a:t> </a:t>
            </a:r>
            <a:r>
              <a:rPr lang="en-US" sz="1800" dirty="0" err="1"/>
              <a:t>istekle</a:t>
            </a:r>
            <a:r>
              <a:rPr lang="en-US" sz="1800" dirty="0"/>
              <a:t> </a:t>
            </a:r>
            <a:r>
              <a:rPr lang="en-US" sz="1800" dirty="0" err="1"/>
              <a:t>birlikte</a:t>
            </a:r>
            <a:r>
              <a:rPr lang="en-US" sz="1800" dirty="0"/>
              <a:t> </a:t>
            </a:r>
            <a:r>
              <a:rPr lang="en-US" sz="1800" dirty="0" err="1"/>
              <a:t>gönderir</a:t>
            </a:r>
            <a:r>
              <a:rPr lang="en-US" sz="1800" dirty="0"/>
              <a:t>. </a:t>
            </a:r>
            <a:r>
              <a:rPr lang="en-US" sz="1800" dirty="0" err="1"/>
              <a:t>Sunucu</a:t>
            </a:r>
            <a:r>
              <a:rPr lang="en-US" sz="1800" dirty="0"/>
              <a:t>, </a:t>
            </a:r>
            <a:r>
              <a:rPr lang="en-US" sz="1800" dirty="0" err="1"/>
              <a:t>korunan</a:t>
            </a:r>
            <a:r>
              <a:rPr lang="en-US" sz="1800" dirty="0"/>
              <a:t> </a:t>
            </a:r>
            <a:r>
              <a:rPr lang="en-US" sz="1800" dirty="0" err="1"/>
              <a:t>kaynaklara</a:t>
            </a:r>
            <a:r>
              <a:rPr lang="en-US" sz="1800" dirty="0"/>
              <a:t> </a:t>
            </a:r>
            <a:r>
              <a:rPr lang="en-US" sz="1800" dirty="0" err="1"/>
              <a:t>erişim</a:t>
            </a:r>
            <a:r>
              <a:rPr lang="en-US" sz="1800" dirty="0"/>
              <a:t> </a:t>
            </a:r>
            <a:r>
              <a:rPr lang="en-US" sz="1800" dirty="0" err="1"/>
              <a:t>vermeden</a:t>
            </a:r>
            <a:r>
              <a:rPr lang="en-US" sz="1800" dirty="0"/>
              <a:t> </a:t>
            </a:r>
            <a:r>
              <a:rPr lang="en-US" sz="1800" dirty="0" err="1"/>
              <a:t>önce</a:t>
            </a:r>
            <a:r>
              <a:rPr lang="en-US" sz="1800" dirty="0"/>
              <a:t> </a:t>
            </a:r>
            <a:r>
              <a:rPr lang="en-US" sz="1800" dirty="0" err="1"/>
              <a:t>JWT'yi</a:t>
            </a:r>
            <a:r>
              <a:rPr lang="en-US" sz="1800" dirty="0"/>
              <a:t> </a:t>
            </a:r>
            <a:r>
              <a:rPr lang="en-US" sz="1800" dirty="0" err="1"/>
              <a:t>doğrular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br>
              <a:rPr lang="en-US" i="1" dirty="0"/>
            </a:br>
            <a:endParaRPr lang="tr-T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C49D9-A985-85B6-33A6-C8F2705F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579" y="2257277"/>
            <a:ext cx="6324931" cy="351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2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4088E-9B06-DD00-1BD9-C033BEEA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CF0177-E00F-E830-672C-02C33F67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2461-E3B9-BCFD-A97F-414123FDF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31BD1E-462E-CEF0-9928-C988D231C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9FA3AF-2092-9BBE-4FDC-B8AB35D80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7B90F-3548-B8BB-293F-85B7D1747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30F7A-F2BF-B683-7AB3-7DF5DEC32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2363602"/>
            <a:ext cx="5616093" cy="384581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i="1" dirty="0"/>
            </a:br>
            <a:endParaRPr lang="tr-TR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F705D-78DF-7554-0682-21291473A75E}"/>
              </a:ext>
            </a:extLst>
          </p:cNvPr>
          <p:cNvSpPr txBox="1"/>
          <p:nvPr/>
        </p:nvSpPr>
        <p:spPr>
          <a:xfrm>
            <a:off x="230750" y="374963"/>
            <a:ext cx="1192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JWT, kullanıcı bilgilerini taşıyan ve imzası sayesinde güvenli şekilde doğrulanan, sunucu tarafında oturum tutmayan modern bir kimlik doğrulama yöntemidir.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6315DF-F844-350A-09A8-45E932308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46" y="1173922"/>
            <a:ext cx="4401164" cy="22005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CC50E6-C48D-114B-E07F-3369E7A9A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580" y="883643"/>
            <a:ext cx="6225786" cy="31803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826929-9B1A-1333-B9A3-D71FF6143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50" y="3950642"/>
            <a:ext cx="3480619" cy="28050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6DD237-9B28-8307-56C6-D848C2A779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356" y="3950642"/>
            <a:ext cx="6555769" cy="30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36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599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Bootcamp 2. Gün</vt:lpstr>
      <vt:lpstr>Json Web Token Nedir ?</vt:lpstr>
      <vt:lpstr>JWT Yapısı </vt:lpstr>
      <vt:lpstr>1-) HEADER </vt:lpstr>
      <vt:lpstr>2-) Payload </vt:lpstr>
      <vt:lpstr>3-) Signature</vt:lpstr>
      <vt:lpstr>JWT Nasıl Çalışır 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MERVE GÜNDOĞDU</dc:creator>
  <cp:lastModifiedBy>MERVE GÜNDOĞDU</cp:lastModifiedBy>
  <cp:revision>1</cp:revision>
  <dcterms:created xsi:type="dcterms:W3CDTF">2026-01-27T10:56:42Z</dcterms:created>
  <dcterms:modified xsi:type="dcterms:W3CDTF">2026-01-27T19:15:44Z</dcterms:modified>
</cp:coreProperties>
</file>